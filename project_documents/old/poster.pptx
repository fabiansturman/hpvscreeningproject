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48" r:id="rId1"/>
  </p:sldMasterIdLst>
  <p:notesMasterIdLst>
    <p:notesMasterId r:id="rId3"/>
  </p:notesMasterIdLst>
  <p:sldIdLst>
    <p:sldId id="256" r:id="rId2"/>
  </p:sldIdLst>
  <p:sldSz cx="12700000" cy="17957800"/>
  <p:notesSz cx="6858000" cy="9144000"/>
  <p:embeddedFontLst>
    <p:embeddedFont>
      <p:font typeface="Helvetica Neue" panose="02000503000000020004" pitchFamily="2" charset="0"/>
      <p:regular r:id="rId4"/>
      <p:bold r:id="rId5"/>
      <p:italic r:id="rId6"/>
      <p:boldItalic r:id="rId7"/>
    </p:embeddedFont>
    <p:embeddedFont>
      <p:font typeface="Helvetica Neue Light" panose="02000403000000020004" pitchFamily="2" charset="0"/>
      <p:regular r:id="rId8"/>
      <p:bold r:id="rId9"/>
      <p:italic r:id="rId10"/>
      <p:boldItalic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4" roundtripDataSignature="AMtx7mgq85ZxOh3M41JmSD05syp0XSH8C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25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5734"/>
    <p:restoredTop sz="94554"/>
  </p:normalViewPr>
  <p:slideViewPr>
    <p:cSldViewPr snapToGrid="0" snapToObjects="1">
      <p:cViewPr>
        <p:scale>
          <a:sx n="127" d="100"/>
          <a:sy n="127" d="100"/>
        </p:scale>
        <p:origin x="2600" y="-75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font" Target="fonts/font4.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5" Type="http://schemas.openxmlformats.org/officeDocument/2006/relationships/font" Target="fonts/font2.fntdata"/><Relationship Id="rId15" Type="http://schemas.openxmlformats.org/officeDocument/2006/relationships/presProps" Target="presProps.xml"/><Relationship Id="rId10" Type="http://schemas.openxmlformats.org/officeDocument/2006/relationships/font" Target="fonts/font7.fntdata"/><Relationship Id="rId4" Type="http://schemas.openxmlformats.org/officeDocument/2006/relationships/font" Target="fonts/font1.fntdata"/><Relationship Id="rId9" Type="http://schemas.openxmlformats.org/officeDocument/2006/relationships/font" Target="fonts/font6.fntdata"/><Relationship Id="rId14"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1pPr>
            <a:lvl2pPr marL="914400" marR="0" lvl="1"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2pPr>
            <a:lvl3pPr marL="1371600" marR="0" lvl="2"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3pPr>
            <a:lvl4pPr marL="1828800" marR="0" lvl="3"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4pPr>
            <a:lvl5pPr marL="2286000" marR="0" lvl="4"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5pPr>
            <a:lvl6pPr marL="2743200" marR="0" lvl="5"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6pPr>
            <a:lvl7pPr marL="3200400" marR="0" lvl="6"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7pPr>
            <a:lvl8pPr marL="3657600" marR="0" lvl="7"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8pPr>
            <a:lvl9pPr marL="4114800" marR="0" lvl="8" indent="-228600" algn="l" rtl="0">
              <a:lnSpc>
                <a:spcPct val="117999"/>
              </a:lnSpc>
              <a:spcBef>
                <a:spcPts val="0"/>
              </a:spcBef>
              <a:spcAft>
                <a:spcPts val="0"/>
              </a:spcAft>
              <a:buSzPts val="1400"/>
              <a:buNone/>
              <a:defRPr sz="2200" b="0" i="0" u="none" strike="noStrike" cap="none">
                <a:latin typeface="Helvetica Neue"/>
                <a:ea typeface="Helvetica Neue"/>
                <a:cs typeface="Helvetica Neue"/>
                <a:sym typeface="Helvetica Neue"/>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55" name="Google Shape;55;p1:notes"/>
          <p:cNvSpPr>
            <a:spLocks noGrp="1" noRot="1" noChangeAspect="1"/>
          </p:cNvSpPr>
          <p:nvPr>
            <p:ph type="sldImg" idx="2"/>
          </p:nvPr>
        </p:nvSpPr>
        <p:spPr>
          <a:xfrm>
            <a:off x="2216150" y="685800"/>
            <a:ext cx="24257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mp; Bullets" type="tx">
  <p:cSld name="TITLE_AND_BODY">
    <p:spTree>
      <p:nvGrpSpPr>
        <p:cNvPr id="1" name="Shape 9"/>
        <p:cNvGrpSpPr/>
        <p:nvPr/>
      </p:nvGrpSpPr>
      <p:grpSpPr>
        <a:xfrm>
          <a:off x="0" y="0"/>
          <a:ext cx="0" cy="0"/>
          <a:chOff x="0" y="0"/>
          <a:chExt cx="0" cy="0"/>
        </a:xfrm>
      </p:grpSpPr>
      <p:sp>
        <p:nvSpPr>
          <p:cNvPr id="10" name="Google Shape;10;p3"/>
          <p:cNvSpPr txBox="1">
            <a:spLocks noGrp="1"/>
          </p:cNvSpPr>
          <p:nvPr>
            <p:ph type="title"/>
          </p:nvPr>
        </p:nvSpPr>
        <p:spPr>
          <a:xfrm>
            <a:off x="1239368" y="4897411"/>
            <a:ext cx="10221263" cy="1988119"/>
          </a:xfrm>
          <a:prstGeom prst="rect">
            <a:avLst/>
          </a:prstGeom>
          <a:noFill/>
          <a:ln>
            <a:noFill/>
          </a:ln>
        </p:spPr>
        <p:txBody>
          <a:bodyPr spcFirstLastPara="1" wrap="square" lIns="46775" tIns="46775" rIns="46775" bIns="46775"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1" name="Google Shape;11;p3"/>
          <p:cNvSpPr txBox="1">
            <a:spLocks noGrp="1"/>
          </p:cNvSpPr>
          <p:nvPr>
            <p:ph type="body" idx="1"/>
          </p:nvPr>
        </p:nvSpPr>
        <p:spPr>
          <a:xfrm>
            <a:off x="1239368" y="6885529"/>
            <a:ext cx="10221263" cy="5788931"/>
          </a:xfrm>
          <a:prstGeom prst="rect">
            <a:avLst/>
          </a:prstGeom>
          <a:noFill/>
          <a:ln>
            <a:noFill/>
          </a:ln>
        </p:spPr>
        <p:txBody>
          <a:bodyPr spcFirstLastPara="1" wrap="square" lIns="46775" tIns="46775" rIns="46775" bIns="46775" anchor="ctr" anchorCtr="0">
            <a:normAutofit/>
          </a:bodyPr>
          <a:lstStyle>
            <a:lvl1pPr marL="457200" lvl="0" indent="-314325" algn="l">
              <a:lnSpc>
                <a:spcPct val="100000"/>
              </a:lnSpc>
              <a:spcBef>
                <a:spcPts val="7700"/>
              </a:spcBef>
              <a:spcAft>
                <a:spcPts val="0"/>
              </a:spcAft>
              <a:buClr>
                <a:srgbClr val="000000"/>
              </a:buClr>
              <a:buSzPts val="1350"/>
              <a:buChar char="•"/>
              <a:defRPr/>
            </a:lvl1pPr>
            <a:lvl2pPr marL="914400" lvl="1" indent="-314325" algn="l">
              <a:lnSpc>
                <a:spcPct val="100000"/>
              </a:lnSpc>
              <a:spcBef>
                <a:spcPts val="7700"/>
              </a:spcBef>
              <a:spcAft>
                <a:spcPts val="0"/>
              </a:spcAft>
              <a:buClr>
                <a:srgbClr val="000000"/>
              </a:buClr>
              <a:buSzPts val="1350"/>
              <a:buChar char="•"/>
              <a:defRPr/>
            </a:lvl2pPr>
            <a:lvl3pPr marL="1371600" lvl="2" indent="-314325" algn="l">
              <a:lnSpc>
                <a:spcPct val="100000"/>
              </a:lnSpc>
              <a:spcBef>
                <a:spcPts val="7700"/>
              </a:spcBef>
              <a:spcAft>
                <a:spcPts val="0"/>
              </a:spcAft>
              <a:buClr>
                <a:srgbClr val="000000"/>
              </a:buClr>
              <a:buSzPts val="1350"/>
              <a:buChar char="•"/>
              <a:defRPr/>
            </a:lvl3pPr>
            <a:lvl4pPr marL="1828800" lvl="3" indent="-314325" algn="l">
              <a:lnSpc>
                <a:spcPct val="100000"/>
              </a:lnSpc>
              <a:spcBef>
                <a:spcPts val="7700"/>
              </a:spcBef>
              <a:spcAft>
                <a:spcPts val="0"/>
              </a:spcAft>
              <a:buClr>
                <a:srgbClr val="000000"/>
              </a:buClr>
              <a:buSzPts val="1350"/>
              <a:buChar char="•"/>
              <a:defRPr/>
            </a:lvl4pPr>
            <a:lvl5pPr marL="2286000" lvl="4" indent="-314325" algn="l">
              <a:lnSpc>
                <a:spcPct val="100000"/>
              </a:lnSpc>
              <a:spcBef>
                <a:spcPts val="7700"/>
              </a:spcBef>
              <a:spcAft>
                <a:spcPts val="0"/>
              </a:spcAft>
              <a:buClr>
                <a:srgbClr val="000000"/>
              </a:buClr>
              <a:buSzPts val="1350"/>
              <a:buChar char="•"/>
              <a:defRPr/>
            </a:lvl5pPr>
            <a:lvl6pPr marL="2743200" lvl="5" indent="-314325" algn="l">
              <a:lnSpc>
                <a:spcPct val="100000"/>
              </a:lnSpc>
              <a:spcBef>
                <a:spcPts val="7700"/>
              </a:spcBef>
              <a:spcAft>
                <a:spcPts val="0"/>
              </a:spcAft>
              <a:buClr>
                <a:srgbClr val="000000"/>
              </a:buClr>
              <a:buSzPts val="1350"/>
              <a:buChar char="•"/>
              <a:defRPr/>
            </a:lvl6pPr>
            <a:lvl7pPr marL="3200400" lvl="6" indent="-314325" algn="l">
              <a:lnSpc>
                <a:spcPct val="100000"/>
              </a:lnSpc>
              <a:spcBef>
                <a:spcPts val="7700"/>
              </a:spcBef>
              <a:spcAft>
                <a:spcPts val="0"/>
              </a:spcAft>
              <a:buClr>
                <a:srgbClr val="000000"/>
              </a:buClr>
              <a:buSzPts val="1350"/>
              <a:buChar char="•"/>
              <a:defRPr/>
            </a:lvl7pPr>
            <a:lvl8pPr marL="3657600" lvl="7" indent="-314325" algn="l">
              <a:lnSpc>
                <a:spcPct val="100000"/>
              </a:lnSpc>
              <a:spcBef>
                <a:spcPts val="7700"/>
              </a:spcBef>
              <a:spcAft>
                <a:spcPts val="0"/>
              </a:spcAft>
              <a:buClr>
                <a:srgbClr val="000000"/>
              </a:buClr>
              <a:buSzPts val="1350"/>
              <a:buChar char="•"/>
              <a:defRPr/>
            </a:lvl8pPr>
            <a:lvl9pPr marL="4114800" lvl="8" indent="-314325" algn="l">
              <a:lnSpc>
                <a:spcPct val="100000"/>
              </a:lnSpc>
              <a:spcBef>
                <a:spcPts val="7700"/>
              </a:spcBef>
              <a:spcAft>
                <a:spcPts val="0"/>
              </a:spcAft>
              <a:buClr>
                <a:srgbClr val="000000"/>
              </a:buClr>
              <a:buSzPts val="1350"/>
              <a:buChar char="•"/>
              <a:defRPr/>
            </a:lvl9pPr>
          </a:lstStyle>
          <a:p>
            <a:endParaRPr/>
          </a:p>
        </p:txBody>
      </p:sp>
      <p:sp>
        <p:nvSpPr>
          <p:cNvPr id="12" name="Google Shape;12;p3"/>
          <p:cNvSpPr txBox="1">
            <a:spLocks noGrp="1"/>
          </p:cNvSpPr>
          <p:nvPr>
            <p:ph type="sldNum" idx="12"/>
          </p:nvPr>
        </p:nvSpPr>
        <p:spPr>
          <a:xfrm>
            <a:off x="6079187" y="13007761"/>
            <a:ext cx="529931" cy="550759"/>
          </a:xfrm>
          <a:prstGeom prst="rect">
            <a:avLst/>
          </a:prstGeom>
          <a:noFill/>
          <a:ln>
            <a:noFill/>
          </a:ln>
        </p:spPr>
        <p:txBody>
          <a:bodyPr spcFirstLastPara="1" wrap="square" lIns="46775" tIns="46775" rIns="46775" bIns="46775" anchor="t" anchorCtr="0">
            <a:spAutoFit/>
          </a:bodyPr>
          <a:lstStyle>
            <a:lvl1pPr marL="0" lvl="0" indent="0" algn="ctr">
              <a:lnSpc>
                <a:spcPct val="100000"/>
              </a:lnSpc>
              <a:spcBef>
                <a:spcPts val="0"/>
              </a:spcBef>
              <a:spcAft>
                <a:spcPts val="0"/>
              </a:spcAft>
              <a:buClr>
                <a:srgbClr val="000000"/>
              </a:buClr>
              <a:buSzPts val="3000"/>
              <a:buFont typeface="Helvetica Neue Light"/>
              <a:buNone/>
              <a:defRPr sz="3000"/>
            </a:lvl1pPr>
            <a:lvl2pPr marL="0" lvl="1" indent="0" algn="ctr">
              <a:lnSpc>
                <a:spcPct val="100000"/>
              </a:lnSpc>
              <a:spcBef>
                <a:spcPts val="0"/>
              </a:spcBef>
              <a:spcAft>
                <a:spcPts val="0"/>
              </a:spcAft>
              <a:buClr>
                <a:srgbClr val="000000"/>
              </a:buClr>
              <a:buSzPts val="3000"/>
              <a:buFont typeface="Helvetica Neue Light"/>
              <a:buNone/>
              <a:defRPr sz="3000"/>
            </a:lvl2pPr>
            <a:lvl3pPr marL="0" lvl="2" indent="0" algn="ctr">
              <a:lnSpc>
                <a:spcPct val="100000"/>
              </a:lnSpc>
              <a:spcBef>
                <a:spcPts val="0"/>
              </a:spcBef>
              <a:spcAft>
                <a:spcPts val="0"/>
              </a:spcAft>
              <a:buClr>
                <a:srgbClr val="000000"/>
              </a:buClr>
              <a:buSzPts val="3000"/>
              <a:buFont typeface="Helvetica Neue Light"/>
              <a:buNone/>
              <a:defRPr sz="3000"/>
            </a:lvl3pPr>
            <a:lvl4pPr marL="0" lvl="3" indent="0" algn="ctr">
              <a:lnSpc>
                <a:spcPct val="100000"/>
              </a:lnSpc>
              <a:spcBef>
                <a:spcPts val="0"/>
              </a:spcBef>
              <a:spcAft>
                <a:spcPts val="0"/>
              </a:spcAft>
              <a:buClr>
                <a:srgbClr val="000000"/>
              </a:buClr>
              <a:buSzPts val="3000"/>
              <a:buFont typeface="Helvetica Neue Light"/>
              <a:buNone/>
              <a:defRPr sz="3000"/>
            </a:lvl4pPr>
            <a:lvl5pPr marL="0" lvl="4" indent="0" algn="ctr">
              <a:lnSpc>
                <a:spcPct val="100000"/>
              </a:lnSpc>
              <a:spcBef>
                <a:spcPts val="0"/>
              </a:spcBef>
              <a:spcAft>
                <a:spcPts val="0"/>
              </a:spcAft>
              <a:buClr>
                <a:srgbClr val="000000"/>
              </a:buClr>
              <a:buSzPts val="3000"/>
              <a:buFont typeface="Helvetica Neue Light"/>
              <a:buNone/>
              <a:defRPr sz="3000"/>
            </a:lvl5pPr>
            <a:lvl6pPr marL="0" lvl="5" indent="0" algn="ctr">
              <a:lnSpc>
                <a:spcPct val="100000"/>
              </a:lnSpc>
              <a:spcBef>
                <a:spcPts val="0"/>
              </a:spcBef>
              <a:spcAft>
                <a:spcPts val="0"/>
              </a:spcAft>
              <a:buClr>
                <a:srgbClr val="000000"/>
              </a:buClr>
              <a:buSzPts val="3000"/>
              <a:buFont typeface="Helvetica Neue Light"/>
              <a:buNone/>
              <a:defRPr sz="3000"/>
            </a:lvl6pPr>
            <a:lvl7pPr marL="0" lvl="6" indent="0" algn="ctr">
              <a:lnSpc>
                <a:spcPct val="100000"/>
              </a:lnSpc>
              <a:spcBef>
                <a:spcPts val="0"/>
              </a:spcBef>
              <a:spcAft>
                <a:spcPts val="0"/>
              </a:spcAft>
              <a:buClr>
                <a:srgbClr val="000000"/>
              </a:buClr>
              <a:buSzPts val="3000"/>
              <a:buFont typeface="Helvetica Neue Light"/>
              <a:buNone/>
              <a:defRPr sz="3000"/>
            </a:lvl7pPr>
            <a:lvl8pPr marL="0" lvl="7" indent="0" algn="ctr">
              <a:lnSpc>
                <a:spcPct val="100000"/>
              </a:lnSpc>
              <a:spcBef>
                <a:spcPts val="0"/>
              </a:spcBef>
              <a:spcAft>
                <a:spcPts val="0"/>
              </a:spcAft>
              <a:buClr>
                <a:srgbClr val="000000"/>
              </a:buClr>
              <a:buSzPts val="3000"/>
              <a:buFont typeface="Helvetica Neue Light"/>
              <a:buNone/>
              <a:defRPr sz="3000"/>
            </a:lvl8pPr>
            <a:lvl9pPr marL="0" lvl="8" indent="0" algn="ctr">
              <a:lnSpc>
                <a:spcPct val="100000"/>
              </a:lnSpc>
              <a:spcBef>
                <a:spcPts val="0"/>
              </a:spcBef>
              <a:spcAft>
                <a:spcPts val="0"/>
              </a:spcAft>
              <a:buClr>
                <a:srgbClr val="000000"/>
              </a:buClr>
              <a:buSzPts val="3000"/>
              <a:buFont typeface="Helvetica Neue Light"/>
              <a:buNone/>
              <a:defRPr sz="3000"/>
            </a:lvl9pPr>
          </a:lstStyle>
          <a:p>
            <a:pPr marL="0" lvl="0" indent="0" algn="ct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3"/>
        <p:cNvGrpSpPr/>
        <p:nvPr/>
      </p:nvGrpSpPr>
      <p:grpSpPr>
        <a:xfrm>
          <a:off x="0" y="0"/>
          <a:ext cx="0" cy="0"/>
          <a:chOff x="0" y="0"/>
          <a:chExt cx="0" cy="0"/>
        </a:xfrm>
      </p:grpSpPr>
      <p:sp>
        <p:nvSpPr>
          <p:cNvPr id="14" name="Google Shape;14;p4"/>
          <p:cNvSpPr txBox="1">
            <a:spLocks noGrp="1"/>
          </p:cNvSpPr>
          <p:nvPr>
            <p:ph type="sldNum" idx="12"/>
          </p:nvPr>
        </p:nvSpPr>
        <p:spPr>
          <a:xfrm>
            <a:off x="6079187" y="13007761"/>
            <a:ext cx="529931" cy="550759"/>
          </a:xfrm>
          <a:prstGeom prst="rect">
            <a:avLst/>
          </a:prstGeom>
          <a:noFill/>
          <a:ln>
            <a:noFill/>
          </a:ln>
        </p:spPr>
        <p:txBody>
          <a:bodyPr spcFirstLastPara="1" wrap="square" lIns="46775" tIns="46775" rIns="46775" bIns="46775" anchor="t" anchorCtr="0">
            <a:spAutoFit/>
          </a:bodyPr>
          <a:lstStyle>
            <a:lvl1pPr marL="0" lvl="0" indent="0" algn="ctr">
              <a:lnSpc>
                <a:spcPct val="100000"/>
              </a:lnSpc>
              <a:spcBef>
                <a:spcPts val="0"/>
              </a:spcBef>
              <a:spcAft>
                <a:spcPts val="0"/>
              </a:spcAft>
              <a:buClr>
                <a:srgbClr val="000000"/>
              </a:buClr>
              <a:buSzPts val="3000"/>
              <a:buFont typeface="Helvetica Neue Light"/>
              <a:buNone/>
              <a:defRPr sz="3000"/>
            </a:lvl1pPr>
            <a:lvl2pPr marL="0" lvl="1" indent="0" algn="ctr">
              <a:lnSpc>
                <a:spcPct val="100000"/>
              </a:lnSpc>
              <a:spcBef>
                <a:spcPts val="0"/>
              </a:spcBef>
              <a:spcAft>
                <a:spcPts val="0"/>
              </a:spcAft>
              <a:buClr>
                <a:srgbClr val="000000"/>
              </a:buClr>
              <a:buSzPts val="3000"/>
              <a:buFont typeface="Helvetica Neue Light"/>
              <a:buNone/>
              <a:defRPr sz="3000"/>
            </a:lvl2pPr>
            <a:lvl3pPr marL="0" lvl="2" indent="0" algn="ctr">
              <a:lnSpc>
                <a:spcPct val="100000"/>
              </a:lnSpc>
              <a:spcBef>
                <a:spcPts val="0"/>
              </a:spcBef>
              <a:spcAft>
                <a:spcPts val="0"/>
              </a:spcAft>
              <a:buClr>
                <a:srgbClr val="000000"/>
              </a:buClr>
              <a:buSzPts val="3000"/>
              <a:buFont typeface="Helvetica Neue Light"/>
              <a:buNone/>
              <a:defRPr sz="3000"/>
            </a:lvl3pPr>
            <a:lvl4pPr marL="0" lvl="3" indent="0" algn="ctr">
              <a:lnSpc>
                <a:spcPct val="100000"/>
              </a:lnSpc>
              <a:spcBef>
                <a:spcPts val="0"/>
              </a:spcBef>
              <a:spcAft>
                <a:spcPts val="0"/>
              </a:spcAft>
              <a:buClr>
                <a:srgbClr val="000000"/>
              </a:buClr>
              <a:buSzPts val="3000"/>
              <a:buFont typeface="Helvetica Neue Light"/>
              <a:buNone/>
              <a:defRPr sz="3000"/>
            </a:lvl4pPr>
            <a:lvl5pPr marL="0" lvl="4" indent="0" algn="ctr">
              <a:lnSpc>
                <a:spcPct val="100000"/>
              </a:lnSpc>
              <a:spcBef>
                <a:spcPts val="0"/>
              </a:spcBef>
              <a:spcAft>
                <a:spcPts val="0"/>
              </a:spcAft>
              <a:buClr>
                <a:srgbClr val="000000"/>
              </a:buClr>
              <a:buSzPts val="3000"/>
              <a:buFont typeface="Helvetica Neue Light"/>
              <a:buNone/>
              <a:defRPr sz="3000"/>
            </a:lvl5pPr>
            <a:lvl6pPr marL="0" lvl="5" indent="0" algn="ctr">
              <a:lnSpc>
                <a:spcPct val="100000"/>
              </a:lnSpc>
              <a:spcBef>
                <a:spcPts val="0"/>
              </a:spcBef>
              <a:spcAft>
                <a:spcPts val="0"/>
              </a:spcAft>
              <a:buClr>
                <a:srgbClr val="000000"/>
              </a:buClr>
              <a:buSzPts val="3000"/>
              <a:buFont typeface="Helvetica Neue Light"/>
              <a:buNone/>
              <a:defRPr sz="3000"/>
            </a:lvl6pPr>
            <a:lvl7pPr marL="0" lvl="6" indent="0" algn="ctr">
              <a:lnSpc>
                <a:spcPct val="100000"/>
              </a:lnSpc>
              <a:spcBef>
                <a:spcPts val="0"/>
              </a:spcBef>
              <a:spcAft>
                <a:spcPts val="0"/>
              </a:spcAft>
              <a:buClr>
                <a:srgbClr val="000000"/>
              </a:buClr>
              <a:buSzPts val="3000"/>
              <a:buFont typeface="Helvetica Neue Light"/>
              <a:buNone/>
              <a:defRPr sz="3000"/>
            </a:lvl7pPr>
            <a:lvl8pPr marL="0" lvl="7" indent="0" algn="ctr">
              <a:lnSpc>
                <a:spcPct val="100000"/>
              </a:lnSpc>
              <a:spcBef>
                <a:spcPts val="0"/>
              </a:spcBef>
              <a:spcAft>
                <a:spcPts val="0"/>
              </a:spcAft>
              <a:buClr>
                <a:srgbClr val="000000"/>
              </a:buClr>
              <a:buSzPts val="3000"/>
              <a:buFont typeface="Helvetica Neue Light"/>
              <a:buNone/>
              <a:defRPr sz="3000"/>
            </a:lvl8pPr>
            <a:lvl9pPr marL="0" lvl="8" indent="0" algn="ctr">
              <a:lnSpc>
                <a:spcPct val="100000"/>
              </a:lnSpc>
              <a:spcBef>
                <a:spcPts val="0"/>
              </a:spcBef>
              <a:spcAft>
                <a:spcPts val="0"/>
              </a:spcAft>
              <a:buClr>
                <a:srgbClr val="000000"/>
              </a:buClr>
              <a:buSzPts val="3000"/>
              <a:buFont typeface="Helvetica Neue Light"/>
              <a:buNone/>
              <a:defRPr sz="3000"/>
            </a:lvl9pPr>
          </a:lstStyle>
          <a:p>
            <a:pPr marL="0" lvl="0" indent="0" algn="ct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Photo - Horizontal">
  <p:cSld name="Photo - Horizontal">
    <p:spTree>
      <p:nvGrpSpPr>
        <p:cNvPr id="1" name="Shape 15"/>
        <p:cNvGrpSpPr/>
        <p:nvPr/>
      </p:nvGrpSpPr>
      <p:grpSpPr>
        <a:xfrm>
          <a:off x="0" y="0"/>
          <a:ext cx="0" cy="0"/>
          <a:chOff x="0" y="0"/>
          <a:chExt cx="0" cy="0"/>
        </a:xfrm>
      </p:grpSpPr>
      <p:sp>
        <p:nvSpPr>
          <p:cNvPr id="16" name="Google Shape;16;p5"/>
          <p:cNvSpPr>
            <a:spLocks noGrp="1"/>
          </p:cNvSpPr>
          <p:nvPr>
            <p:ph type="pic" idx="2"/>
          </p:nvPr>
        </p:nvSpPr>
        <p:spPr>
          <a:xfrm>
            <a:off x="1841651" y="5072834"/>
            <a:ext cx="9005003" cy="6006462"/>
          </a:xfrm>
          <a:prstGeom prst="rect">
            <a:avLst/>
          </a:prstGeom>
          <a:noFill/>
          <a:ln>
            <a:noFill/>
          </a:ln>
        </p:spPr>
      </p:sp>
      <p:sp>
        <p:nvSpPr>
          <p:cNvPr id="17" name="Google Shape;17;p5"/>
          <p:cNvSpPr txBox="1">
            <a:spLocks noGrp="1"/>
          </p:cNvSpPr>
          <p:nvPr>
            <p:ph type="title"/>
          </p:nvPr>
        </p:nvSpPr>
        <p:spPr>
          <a:xfrm>
            <a:off x="1531738" y="10674646"/>
            <a:ext cx="9636523" cy="1309820"/>
          </a:xfrm>
          <a:prstGeom prst="rect">
            <a:avLst/>
          </a:prstGeom>
          <a:noFill/>
          <a:ln>
            <a:noFill/>
          </a:ln>
        </p:spPr>
        <p:txBody>
          <a:bodyPr spcFirstLastPara="1" wrap="square" lIns="46775" tIns="46775" rIns="46775" bIns="46775" anchor="b"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18" name="Google Shape;18;p5"/>
          <p:cNvSpPr txBox="1">
            <a:spLocks noGrp="1"/>
          </p:cNvSpPr>
          <p:nvPr>
            <p:ph type="body" idx="1"/>
          </p:nvPr>
        </p:nvSpPr>
        <p:spPr>
          <a:xfrm>
            <a:off x="1531738" y="12031244"/>
            <a:ext cx="9636523" cy="1040839"/>
          </a:xfrm>
          <a:prstGeom prst="rect">
            <a:avLst/>
          </a:prstGeom>
          <a:noFill/>
          <a:ln>
            <a:noFill/>
          </a:ln>
        </p:spPr>
        <p:txBody>
          <a:bodyPr spcFirstLastPara="1" wrap="square" lIns="46775" tIns="46775" rIns="46775" bIns="46775" anchor="t" anchorCtr="0">
            <a:normAutofit/>
          </a:bodyPr>
          <a:lstStyle>
            <a:lvl1pPr marL="457200" lvl="0" indent="-228600" algn="ctr">
              <a:lnSpc>
                <a:spcPct val="100000"/>
              </a:lnSpc>
              <a:spcBef>
                <a:spcPts val="0"/>
              </a:spcBef>
              <a:spcAft>
                <a:spcPts val="0"/>
              </a:spcAft>
              <a:buClr>
                <a:srgbClr val="000000"/>
              </a:buClr>
              <a:buSzPts val="5600"/>
              <a:buFont typeface="Helvetica Neue Light"/>
              <a:buNone/>
              <a:defRPr sz="5600"/>
            </a:lvl1pPr>
            <a:lvl2pPr marL="914400" lvl="1" indent="-228600" algn="ctr">
              <a:lnSpc>
                <a:spcPct val="100000"/>
              </a:lnSpc>
              <a:spcBef>
                <a:spcPts val="0"/>
              </a:spcBef>
              <a:spcAft>
                <a:spcPts val="0"/>
              </a:spcAft>
              <a:buClr>
                <a:srgbClr val="000000"/>
              </a:buClr>
              <a:buSzPts val="5600"/>
              <a:buFont typeface="Helvetica Neue Light"/>
              <a:buNone/>
              <a:defRPr sz="5600"/>
            </a:lvl2pPr>
            <a:lvl3pPr marL="1371600" lvl="2" indent="-228600" algn="ctr">
              <a:lnSpc>
                <a:spcPct val="100000"/>
              </a:lnSpc>
              <a:spcBef>
                <a:spcPts val="0"/>
              </a:spcBef>
              <a:spcAft>
                <a:spcPts val="0"/>
              </a:spcAft>
              <a:buClr>
                <a:srgbClr val="000000"/>
              </a:buClr>
              <a:buSzPts val="5600"/>
              <a:buFont typeface="Helvetica Neue Light"/>
              <a:buNone/>
              <a:defRPr sz="5600"/>
            </a:lvl3pPr>
            <a:lvl4pPr marL="1828800" lvl="3" indent="-228600" algn="ctr">
              <a:lnSpc>
                <a:spcPct val="100000"/>
              </a:lnSpc>
              <a:spcBef>
                <a:spcPts val="0"/>
              </a:spcBef>
              <a:spcAft>
                <a:spcPts val="0"/>
              </a:spcAft>
              <a:buClr>
                <a:srgbClr val="000000"/>
              </a:buClr>
              <a:buSzPts val="5600"/>
              <a:buFont typeface="Helvetica Neue Light"/>
              <a:buNone/>
              <a:defRPr sz="5600"/>
            </a:lvl4pPr>
            <a:lvl5pPr marL="2286000" lvl="4" indent="-228600" algn="ctr">
              <a:lnSpc>
                <a:spcPct val="100000"/>
              </a:lnSpc>
              <a:spcBef>
                <a:spcPts val="0"/>
              </a:spcBef>
              <a:spcAft>
                <a:spcPts val="0"/>
              </a:spcAft>
              <a:buClr>
                <a:srgbClr val="000000"/>
              </a:buClr>
              <a:buSzPts val="5600"/>
              <a:buFont typeface="Helvetica Neue Light"/>
              <a:buNone/>
              <a:defRPr sz="5600"/>
            </a:lvl5pPr>
            <a:lvl6pPr marL="2743200" lvl="5" indent="-314325" algn="l">
              <a:lnSpc>
                <a:spcPct val="100000"/>
              </a:lnSpc>
              <a:spcBef>
                <a:spcPts val="7700"/>
              </a:spcBef>
              <a:spcAft>
                <a:spcPts val="0"/>
              </a:spcAft>
              <a:buClr>
                <a:srgbClr val="000000"/>
              </a:buClr>
              <a:buSzPts val="1350"/>
              <a:buChar char="•"/>
              <a:defRPr/>
            </a:lvl6pPr>
            <a:lvl7pPr marL="3200400" lvl="6" indent="-314325" algn="l">
              <a:lnSpc>
                <a:spcPct val="100000"/>
              </a:lnSpc>
              <a:spcBef>
                <a:spcPts val="7700"/>
              </a:spcBef>
              <a:spcAft>
                <a:spcPts val="0"/>
              </a:spcAft>
              <a:buClr>
                <a:srgbClr val="000000"/>
              </a:buClr>
              <a:buSzPts val="1350"/>
              <a:buChar char="•"/>
              <a:defRPr/>
            </a:lvl7pPr>
            <a:lvl8pPr marL="3657600" lvl="7" indent="-314325" algn="l">
              <a:lnSpc>
                <a:spcPct val="100000"/>
              </a:lnSpc>
              <a:spcBef>
                <a:spcPts val="7700"/>
              </a:spcBef>
              <a:spcAft>
                <a:spcPts val="0"/>
              </a:spcAft>
              <a:buClr>
                <a:srgbClr val="000000"/>
              </a:buClr>
              <a:buSzPts val="1350"/>
              <a:buChar char="•"/>
              <a:defRPr/>
            </a:lvl8pPr>
            <a:lvl9pPr marL="4114800" lvl="8" indent="-314325" algn="l">
              <a:lnSpc>
                <a:spcPct val="100000"/>
              </a:lnSpc>
              <a:spcBef>
                <a:spcPts val="7700"/>
              </a:spcBef>
              <a:spcAft>
                <a:spcPts val="0"/>
              </a:spcAft>
              <a:buClr>
                <a:srgbClr val="000000"/>
              </a:buClr>
              <a:buSzPts val="1350"/>
              <a:buChar char="•"/>
              <a:defRPr/>
            </a:lvl9pPr>
          </a:lstStyle>
          <a:p>
            <a:endParaRPr/>
          </a:p>
        </p:txBody>
      </p:sp>
      <p:sp>
        <p:nvSpPr>
          <p:cNvPr id="19" name="Google Shape;19;p5"/>
          <p:cNvSpPr txBox="1">
            <a:spLocks noGrp="1"/>
          </p:cNvSpPr>
          <p:nvPr>
            <p:ph type="sldNum" idx="12"/>
          </p:nvPr>
        </p:nvSpPr>
        <p:spPr>
          <a:xfrm>
            <a:off x="6079187" y="13001914"/>
            <a:ext cx="529931" cy="550759"/>
          </a:xfrm>
          <a:prstGeom prst="rect">
            <a:avLst/>
          </a:prstGeom>
          <a:noFill/>
          <a:ln>
            <a:noFill/>
          </a:ln>
        </p:spPr>
        <p:txBody>
          <a:bodyPr spcFirstLastPara="1" wrap="square" lIns="46775" tIns="46775" rIns="46775" bIns="46775" anchor="t" anchorCtr="0">
            <a:spAutoFit/>
          </a:bodyPr>
          <a:lstStyle>
            <a:lvl1pPr marL="0" lvl="0" indent="0" algn="ctr">
              <a:lnSpc>
                <a:spcPct val="100000"/>
              </a:lnSpc>
              <a:spcBef>
                <a:spcPts val="0"/>
              </a:spcBef>
              <a:spcAft>
                <a:spcPts val="0"/>
              </a:spcAft>
              <a:buClr>
                <a:srgbClr val="000000"/>
              </a:buClr>
              <a:buSzPts val="3000"/>
              <a:buFont typeface="Helvetica Neue Light"/>
              <a:buNone/>
              <a:defRPr sz="3000"/>
            </a:lvl1pPr>
            <a:lvl2pPr marL="0" lvl="1" indent="0" algn="ctr">
              <a:lnSpc>
                <a:spcPct val="100000"/>
              </a:lnSpc>
              <a:spcBef>
                <a:spcPts val="0"/>
              </a:spcBef>
              <a:spcAft>
                <a:spcPts val="0"/>
              </a:spcAft>
              <a:buClr>
                <a:srgbClr val="000000"/>
              </a:buClr>
              <a:buSzPts val="3000"/>
              <a:buFont typeface="Helvetica Neue Light"/>
              <a:buNone/>
              <a:defRPr sz="3000"/>
            </a:lvl2pPr>
            <a:lvl3pPr marL="0" lvl="2" indent="0" algn="ctr">
              <a:lnSpc>
                <a:spcPct val="100000"/>
              </a:lnSpc>
              <a:spcBef>
                <a:spcPts val="0"/>
              </a:spcBef>
              <a:spcAft>
                <a:spcPts val="0"/>
              </a:spcAft>
              <a:buClr>
                <a:srgbClr val="000000"/>
              </a:buClr>
              <a:buSzPts val="3000"/>
              <a:buFont typeface="Helvetica Neue Light"/>
              <a:buNone/>
              <a:defRPr sz="3000"/>
            </a:lvl3pPr>
            <a:lvl4pPr marL="0" lvl="3" indent="0" algn="ctr">
              <a:lnSpc>
                <a:spcPct val="100000"/>
              </a:lnSpc>
              <a:spcBef>
                <a:spcPts val="0"/>
              </a:spcBef>
              <a:spcAft>
                <a:spcPts val="0"/>
              </a:spcAft>
              <a:buClr>
                <a:srgbClr val="000000"/>
              </a:buClr>
              <a:buSzPts val="3000"/>
              <a:buFont typeface="Helvetica Neue Light"/>
              <a:buNone/>
              <a:defRPr sz="3000"/>
            </a:lvl4pPr>
            <a:lvl5pPr marL="0" lvl="4" indent="0" algn="ctr">
              <a:lnSpc>
                <a:spcPct val="100000"/>
              </a:lnSpc>
              <a:spcBef>
                <a:spcPts val="0"/>
              </a:spcBef>
              <a:spcAft>
                <a:spcPts val="0"/>
              </a:spcAft>
              <a:buClr>
                <a:srgbClr val="000000"/>
              </a:buClr>
              <a:buSzPts val="3000"/>
              <a:buFont typeface="Helvetica Neue Light"/>
              <a:buNone/>
              <a:defRPr sz="3000"/>
            </a:lvl5pPr>
            <a:lvl6pPr marL="0" lvl="5" indent="0" algn="ctr">
              <a:lnSpc>
                <a:spcPct val="100000"/>
              </a:lnSpc>
              <a:spcBef>
                <a:spcPts val="0"/>
              </a:spcBef>
              <a:spcAft>
                <a:spcPts val="0"/>
              </a:spcAft>
              <a:buClr>
                <a:srgbClr val="000000"/>
              </a:buClr>
              <a:buSzPts val="3000"/>
              <a:buFont typeface="Helvetica Neue Light"/>
              <a:buNone/>
              <a:defRPr sz="3000"/>
            </a:lvl6pPr>
            <a:lvl7pPr marL="0" lvl="6" indent="0" algn="ctr">
              <a:lnSpc>
                <a:spcPct val="100000"/>
              </a:lnSpc>
              <a:spcBef>
                <a:spcPts val="0"/>
              </a:spcBef>
              <a:spcAft>
                <a:spcPts val="0"/>
              </a:spcAft>
              <a:buClr>
                <a:srgbClr val="000000"/>
              </a:buClr>
              <a:buSzPts val="3000"/>
              <a:buFont typeface="Helvetica Neue Light"/>
              <a:buNone/>
              <a:defRPr sz="3000"/>
            </a:lvl7pPr>
            <a:lvl8pPr marL="0" lvl="7" indent="0" algn="ctr">
              <a:lnSpc>
                <a:spcPct val="100000"/>
              </a:lnSpc>
              <a:spcBef>
                <a:spcPts val="0"/>
              </a:spcBef>
              <a:spcAft>
                <a:spcPts val="0"/>
              </a:spcAft>
              <a:buClr>
                <a:srgbClr val="000000"/>
              </a:buClr>
              <a:buSzPts val="3000"/>
              <a:buFont typeface="Helvetica Neue Light"/>
              <a:buNone/>
              <a:defRPr sz="3000"/>
            </a:lvl8pPr>
            <a:lvl9pPr marL="0" lvl="8" indent="0" algn="ctr">
              <a:lnSpc>
                <a:spcPct val="100000"/>
              </a:lnSpc>
              <a:spcBef>
                <a:spcPts val="0"/>
              </a:spcBef>
              <a:spcAft>
                <a:spcPts val="0"/>
              </a:spcAft>
              <a:buClr>
                <a:srgbClr val="000000"/>
              </a:buClr>
              <a:buSzPts val="3000"/>
              <a:buFont typeface="Helvetica Neue Light"/>
              <a:buNone/>
              <a:defRPr sz="3000"/>
            </a:lvl9pPr>
          </a:lstStyle>
          <a:p>
            <a:pPr marL="0" lvl="0" indent="0" algn="ct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20"/>
        <p:cNvGrpSpPr/>
        <p:nvPr/>
      </p:nvGrpSpPr>
      <p:grpSpPr>
        <a:xfrm>
          <a:off x="0" y="0"/>
          <a:ext cx="0" cy="0"/>
          <a:chOff x="0" y="0"/>
          <a:chExt cx="0" cy="0"/>
        </a:xfrm>
      </p:grpSpPr>
      <p:sp>
        <p:nvSpPr>
          <p:cNvPr id="21" name="Google Shape;21;p6"/>
          <p:cNvSpPr txBox="1">
            <a:spLocks noGrp="1"/>
          </p:cNvSpPr>
          <p:nvPr>
            <p:ph type="title"/>
          </p:nvPr>
        </p:nvSpPr>
        <p:spPr>
          <a:xfrm>
            <a:off x="1531738" y="7458574"/>
            <a:ext cx="9636523" cy="3040652"/>
          </a:xfrm>
          <a:prstGeom prst="rect">
            <a:avLst/>
          </a:prstGeom>
          <a:noFill/>
          <a:ln>
            <a:noFill/>
          </a:ln>
        </p:spPr>
        <p:txBody>
          <a:bodyPr spcFirstLastPara="1" wrap="square" lIns="46775" tIns="46775" rIns="46775" bIns="46775"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2" name="Google Shape;22;p6"/>
          <p:cNvSpPr txBox="1">
            <a:spLocks noGrp="1"/>
          </p:cNvSpPr>
          <p:nvPr>
            <p:ph type="sldNum" idx="12"/>
          </p:nvPr>
        </p:nvSpPr>
        <p:spPr>
          <a:xfrm>
            <a:off x="6079187" y="13007761"/>
            <a:ext cx="529931" cy="550759"/>
          </a:xfrm>
          <a:prstGeom prst="rect">
            <a:avLst/>
          </a:prstGeom>
          <a:noFill/>
          <a:ln>
            <a:noFill/>
          </a:ln>
        </p:spPr>
        <p:txBody>
          <a:bodyPr spcFirstLastPara="1" wrap="square" lIns="46775" tIns="46775" rIns="46775" bIns="46775" anchor="t" anchorCtr="0">
            <a:spAutoFit/>
          </a:bodyPr>
          <a:lstStyle>
            <a:lvl1pPr marL="0" lvl="0" indent="0" algn="ctr">
              <a:lnSpc>
                <a:spcPct val="100000"/>
              </a:lnSpc>
              <a:spcBef>
                <a:spcPts val="0"/>
              </a:spcBef>
              <a:spcAft>
                <a:spcPts val="0"/>
              </a:spcAft>
              <a:buClr>
                <a:srgbClr val="000000"/>
              </a:buClr>
              <a:buSzPts val="3000"/>
              <a:buFont typeface="Helvetica Neue Light"/>
              <a:buNone/>
              <a:defRPr sz="3000"/>
            </a:lvl1pPr>
            <a:lvl2pPr marL="0" lvl="1" indent="0" algn="ctr">
              <a:lnSpc>
                <a:spcPct val="100000"/>
              </a:lnSpc>
              <a:spcBef>
                <a:spcPts val="0"/>
              </a:spcBef>
              <a:spcAft>
                <a:spcPts val="0"/>
              </a:spcAft>
              <a:buClr>
                <a:srgbClr val="000000"/>
              </a:buClr>
              <a:buSzPts val="3000"/>
              <a:buFont typeface="Helvetica Neue Light"/>
              <a:buNone/>
              <a:defRPr sz="3000"/>
            </a:lvl2pPr>
            <a:lvl3pPr marL="0" lvl="2" indent="0" algn="ctr">
              <a:lnSpc>
                <a:spcPct val="100000"/>
              </a:lnSpc>
              <a:spcBef>
                <a:spcPts val="0"/>
              </a:spcBef>
              <a:spcAft>
                <a:spcPts val="0"/>
              </a:spcAft>
              <a:buClr>
                <a:srgbClr val="000000"/>
              </a:buClr>
              <a:buSzPts val="3000"/>
              <a:buFont typeface="Helvetica Neue Light"/>
              <a:buNone/>
              <a:defRPr sz="3000"/>
            </a:lvl3pPr>
            <a:lvl4pPr marL="0" lvl="3" indent="0" algn="ctr">
              <a:lnSpc>
                <a:spcPct val="100000"/>
              </a:lnSpc>
              <a:spcBef>
                <a:spcPts val="0"/>
              </a:spcBef>
              <a:spcAft>
                <a:spcPts val="0"/>
              </a:spcAft>
              <a:buClr>
                <a:srgbClr val="000000"/>
              </a:buClr>
              <a:buSzPts val="3000"/>
              <a:buFont typeface="Helvetica Neue Light"/>
              <a:buNone/>
              <a:defRPr sz="3000"/>
            </a:lvl4pPr>
            <a:lvl5pPr marL="0" lvl="4" indent="0" algn="ctr">
              <a:lnSpc>
                <a:spcPct val="100000"/>
              </a:lnSpc>
              <a:spcBef>
                <a:spcPts val="0"/>
              </a:spcBef>
              <a:spcAft>
                <a:spcPts val="0"/>
              </a:spcAft>
              <a:buClr>
                <a:srgbClr val="000000"/>
              </a:buClr>
              <a:buSzPts val="3000"/>
              <a:buFont typeface="Helvetica Neue Light"/>
              <a:buNone/>
              <a:defRPr sz="3000"/>
            </a:lvl5pPr>
            <a:lvl6pPr marL="0" lvl="5" indent="0" algn="ctr">
              <a:lnSpc>
                <a:spcPct val="100000"/>
              </a:lnSpc>
              <a:spcBef>
                <a:spcPts val="0"/>
              </a:spcBef>
              <a:spcAft>
                <a:spcPts val="0"/>
              </a:spcAft>
              <a:buClr>
                <a:srgbClr val="000000"/>
              </a:buClr>
              <a:buSzPts val="3000"/>
              <a:buFont typeface="Helvetica Neue Light"/>
              <a:buNone/>
              <a:defRPr sz="3000"/>
            </a:lvl6pPr>
            <a:lvl7pPr marL="0" lvl="6" indent="0" algn="ctr">
              <a:lnSpc>
                <a:spcPct val="100000"/>
              </a:lnSpc>
              <a:spcBef>
                <a:spcPts val="0"/>
              </a:spcBef>
              <a:spcAft>
                <a:spcPts val="0"/>
              </a:spcAft>
              <a:buClr>
                <a:srgbClr val="000000"/>
              </a:buClr>
              <a:buSzPts val="3000"/>
              <a:buFont typeface="Helvetica Neue Light"/>
              <a:buNone/>
              <a:defRPr sz="3000"/>
            </a:lvl7pPr>
            <a:lvl8pPr marL="0" lvl="7" indent="0" algn="ctr">
              <a:lnSpc>
                <a:spcPct val="100000"/>
              </a:lnSpc>
              <a:spcBef>
                <a:spcPts val="0"/>
              </a:spcBef>
              <a:spcAft>
                <a:spcPts val="0"/>
              </a:spcAft>
              <a:buClr>
                <a:srgbClr val="000000"/>
              </a:buClr>
              <a:buSzPts val="3000"/>
              <a:buFont typeface="Helvetica Neue Light"/>
              <a:buNone/>
              <a:defRPr sz="3000"/>
            </a:lvl8pPr>
            <a:lvl9pPr marL="0" lvl="8" indent="0" algn="ctr">
              <a:lnSpc>
                <a:spcPct val="100000"/>
              </a:lnSpc>
              <a:spcBef>
                <a:spcPts val="0"/>
              </a:spcBef>
              <a:spcAft>
                <a:spcPts val="0"/>
              </a:spcAft>
              <a:buClr>
                <a:srgbClr val="000000"/>
              </a:buClr>
              <a:buSzPts val="3000"/>
              <a:buFont typeface="Helvetica Neue Light"/>
              <a:buNone/>
              <a:defRPr sz="3000"/>
            </a:lvl9pPr>
          </a:lstStyle>
          <a:p>
            <a:pPr marL="0" lvl="0" indent="0" algn="ct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23"/>
        <p:cNvGrpSpPr/>
        <p:nvPr/>
      </p:nvGrpSpPr>
      <p:grpSpPr>
        <a:xfrm>
          <a:off x="0" y="0"/>
          <a:ext cx="0" cy="0"/>
          <a:chOff x="0" y="0"/>
          <a:chExt cx="0" cy="0"/>
        </a:xfrm>
      </p:grpSpPr>
      <p:sp>
        <p:nvSpPr>
          <p:cNvPr id="24" name="Google Shape;24;p7"/>
          <p:cNvSpPr>
            <a:spLocks noGrp="1"/>
          </p:cNvSpPr>
          <p:nvPr>
            <p:ph type="pic" idx="2"/>
          </p:nvPr>
        </p:nvSpPr>
        <p:spPr>
          <a:xfrm>
            <a:off x="2864947" y="5072834"/>
            <a:ext cx="11379049" cy="7586033"/>
          </a:xfrm>
          <a:prstGeom prst="rect">
            <a:avLst/>
          </a:prstGeom>
          <a:noFill/>
          <a:ln>
            <a:noFill/>
          </a:ln>
        </p:spPr>
      </p:sp>
      <p:sp>
        <p:nvSpPr>
          <p:cNvPr id="25" name="Google Shape;25;p7"/>
          <p:cNvSpPr txBox="1">
            <a:spLocks noGrp="1"/>
          </p:cNvSpPr>
          <p:nvPr>
            <p:ph type="title"/>
          </p:nvPr>
        </p:nvSpPr>
        <p:spPr>
          <a:xfrm>
            <a:off x="1239368" y="5072834"/>
            <a:ext cx="4911821" cy="3672170"/>
          </a:xfrm>
          <a:prstGeom prst="rect">
            <a:avLst/>
          </a:prstGeom>
          <a:noFill/>
          <a:ln>
            <a:noFill/>
          </a:ln>
        </p:spPr>
        <p:txBody>
          <a:bodyPr spcFirstLastPara="1" wrap="square" lIns="46775" tIns="46775" rIns="46775" bIns="46775" anchor="b" anchorCtr="0">
            <a:normAutofit/>
          </a:bodyPr>
          <a:lstStyle>
            <a:lvl1pPr lvl="0" algn="ctr">
              <a:lnSpc>
                <a:spcPct val="100000"/>
              </a:lnSpc>
              <a:spcBef>
                <a:spcPts val="0"/>
              </a:spcBef>
              <a:spcAft>
                <a:spcPts val="0"/>
              </a:spcAft>
              <a:buClr>
                <a:srgbClr val="000000"/>
              </a:buClr>
              <a:buSzPts val="11000"/>
              <a:buFont typeface="Helvetica Neue Light"/>
              <a:buNone/>
              <a:defRPr sz="11000"/>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26" name="Google Shape;26;p7"/>
          <p:cNvSpPr txBox="1">
            <a:spLocks noGrp="1"/>
          </p:cNvSpPr>
          <p:nvPr>
            <p:ph type="body" idx="1"/>
          </p:nvPr>
        </p:nvSpPr>
        <p:spPr>
          <a:xfrm>
            <a:off x="1239368" y="8873646"/>
            <a:ext cx="4911821" cy="3777424"/>
          </a:xfrm>
          <a:prstGeom prst="rect">
            <a:avLst/>
          </a:prstGeom>
          <a:noFill/>
          <a:ln>
            <a:noFill/>
          </a:ln>
        </p:spPr>
        <p:txBody>
          <a:bodyPr spcFirstLastPara="1" wrap="square" lIns="46775" tIns="46775" rIns="46775" bIns="46775" anchor="t" anchorCtr="0">
            <a:normAutofit/>
          </a:bodyPr>
          <a:lstStyle>
            <a:lvl1pPr marL="457200" lvl="0" indent="-228600" algn="ctr">
              <a:lnSpc>
                <a:spcPct val="100000"/>
              </a:lnSpc>
              <a:spcBef>
                <a:spcPts val="0"/>
              </a:spcBef>
              <a:spcAft>
                <a:spcPts val="0"/>
              </a:spcAft>
              <a:buClr>
                <a:srgbClr val="000000"/>
              </a:buClr>
              <a:buSzPts val="5600"/>
              <a:buFont typeface="Helvetica Neue Light"/>
              <a:buNone/>
              <a:defRPr sz="5600"/>
            </a:lvl1pPr>
            <a:lvl2pPr marL="914400" lvl="1" indent="-228600" algn="ctr">
              <a:lnSpc>
                <a:spcPct val="100000"/>
              </a:lnSpc>
              <a:spcBef>
                <a:spcPts val="0"/>
              </a:spcBef>
              <a:spcAft>
                <a:spcPts val="0"/>
              </a:spcAft>
              <a:buClr>
                <a:srgbClr val="000000"/>
              </a:buClr>
              <a:buSzPts val="5600"/>
              <a:buFont typeface="Helvetica Neue Light"/>
              <a:buNone/>
              <a:defRPr sz="5600"/>
            </a:lvl2pPr>
            <a:lvl3pPr marL="1371600" lvl="2" indent="-228600" algn="ctr">
              <a:lnSpc>
                <a:spcPct val="100000"/>
              </a:lnSpc>
              <a:spcBef>
                <a:spcPts val="0"/>
              </a:spcBef>
              <a:spcAft>
                <a:spcPts val="0"/>
              </a:spcAft>
              <a:buClr>
                <a:srgbClr val="000000"/>
              </a:buClr>
              <a:buSzPts val="5600"/>
              <a:buFont typeface="Helvetica Neue Light"/>
              <a:buNone/>
              <a:defRPr sz="5600"/>
            </a:lvl3pPr>
            <a:lvl4pPr marL="1828800" lvl="3" indent="-228600" algn="ctr">
              <a:lnSpc>
                <a:spcPct val="100000"/>
              </a:lnSpc>
              <a:spcBef>
                <a:spcPts val="0"/>
              </a:spcBef>
              <a:spcAft>
                <a:spcPts val="0"/>
              </a:spcAft>
              <a:buClr>
                <a:srgbClr val="000000"/>
              </a:buClr>
              <a:buSzPts val="5600"/>
              <a:buFont typeface="Helvetica Neue Light"/>
              <a:buNone/>
              <a:defRPr sz="5600"/>
            </a:lvl4pPr>
            <a:lvl5pPr marL="2286000" lvl="4" indent="-228600" algn="ctr">
              <a:lnSpc>
                <a:spcPct val="100000"/>
              </a:lnSpc>
              <a:spcBef>
                <a:spcPts val="0"/>
              </a:spcBef>
              <a:spcAft>
                <a:spcPts val="0"/>
              </a:spcAft>
              <a:buClr>
                <a:srgbClr val="000000"/>
              </a:buClr>
              <a:buSzPts val="5600"/>
              <a:buFont typeface="Helvetica Neue Light"/>
              <a:buNone/>
              <a:defRPr sz="5600"/>
            </a:lvl5pPr>
            <a:lvl6pPr marL="2743200" lvl="5" indent="-314325" algn="l">
              <a:lnSpc>
                <a:spcPct val="100000"/>
              </a:lnSpc>
              <a:spcBef>
                <a:spcPts val="7700"/>
              </a:spcBef>
              <a:spcAft>
                <a:spcPts val="0"/>
              </a:spcAft>
              <a:buClr>
                <a:srgbClr val="000000"/>
              </a:buClr>
              <a:buSzPts val="1350"/>
              <a:buChar char="•"/>
              <a:defRPr/>
            </a:lvl6pPr>
            <a:lvl7pPr marL="3200400" lvl="6" indent="-314325" algn="l">
              <a:lnSpc>
                <a:spcPct val="100000"/>
              </a:lnSpc>
              <a:spcBef>
                <a:spcPts val="7700"/>
              </a:spcBef>
              <a:spcAft>
                <a:spcPts val="0"/>
              </a:spcAft>
              <a:buClr>
                <a:srgbClr val="000000"/>
              </a:buClr>
              <a:buSzPts val="1350"/>
              <a:buChar char="•"/>
              <a:defRPr/>
            </a:lvl7pPr>
            <a:lvl8pPr marL="3657600" lvl="7" indent="-314325" algn="l">
              <a:lnSpc>
                <a:spcPct val="100000"/>
              </a:lnSpc>
              <a:spcBef>
                <a:spcPts val="7700"/>
              </a:spcBef>
              <a:spcAft>
                <a:spcPts val="0"/>
              </a:spcAft>
              <a:buClr>
                <a:srgbClr val="000000"/>
              </a:buClr>
              <a:buSzPts val="1350"/>
              <a:buChar char="•"/>
              <a:defRPr/>
            </a:lvl8pPr>
            <a:lvl9pPr marL="4114800" lvl="8" indent="-314325" algn="l">
              <a:lnSpc>
                <a:spcPct val="100000"/>
              </a:lnSpc>
              <a:spcBef>
                <a:spcPts val="7700"/>
              </a:spcBef>
              <a:spcAft>
                <a:spcPts val="0"/>
              </a:spcAft>
              <a:buClr>
                <a:srgbClr val="000000"/>
              </a:buClr>
              <a:buSzPts val="1350"/>
              <a:buChar char="•"/>
              <a:defRPr/>
            </a:lvl9pPr>
          </a:lstStyle>
          <a:p>
            <a:endParaRPr/>
          </a:p>
        </p:txBody>
      </p:sp>
      <p:sp>
        <p:nvSpPr>
          <p:cNvPr id="27" name="Google Shape;27;p7"/>
          <p:cNvSpPr txBox="1">
            <a:spLocks noGrp="1"/>
          </p:cNvSpPr>
          <p:nvPr>
            <p:ph type="sldNum" idx="12"/>
          </p:nvPr>
        </p:nvSpPr>
        <p:spPr>
          <a:xfrm>
            <a:off x="6079187" y="13007761"/>
            <a:ext cx="529931" cy="550759"/>
          </a:xfrm>
          <a:prstGeom prst="rect">
            <a:avLst/>
          </a:prstGeom>
          <a:noFill/>
          <a:ln>
            <a:noFill/>
          </a:ln>
        </p:spPr>
        <p:txBody>
          <a:bodyPr spcFirstLastPara="1" wrap="square" lIns="46775" tIns="46775" rIns="46775" bIns="46775" anchor="t" anchorCtr="0">
            <a:spAutoFit/>
          </a:bodyPr>
          <a:lstStyle>
            <a:lvl1pPr marL="0" lvl="0" indent="0" algn="ctr">
              <a:lnSpc>
                <a:spcPct val="100000"/>
              </a:lnSpc>
              <a:spcBef>
                <a:spcPts val="0"/>
              </a:spcBef>
              <a:spcAft>
                <a:spcPts val="0"/>
              </a:spcAft>
              <a:buClr>
                <a:srgbClr val="000000"/>
              </a:buClr>
              <a:buSzPts val="3000"/>
              <a:buFont typeface="Helvetica Neue Light"/>
              <a:buNone/>
              <a:defRPr sz="3000"/>
            </a:lvl1pPr>
            <a:lvl2pPr marL="0" lvl="1" indent="0" algn="ctr">
              <a:lnSpc>
                <a:spcPct val="100000"/>
              </a:lnSpc>
              <a:spcBef>
                <a:spcPts val="0"/>
              </a:spcBef>
              <a:spcAft>
                <a:spcPts val="0"/>
              </a:spcAft>
              <a:buClr>
                <a:srgbClr val="000000"/>
              </a:buClr>
              <a:buSzPts val="3000"/>
              <a:buFont typeface="Helvetica Neue Light"/>
              <a:buNone/>
              <a:defRPr sz="3000"/>
            </a:lvl2pPr>
            <a:lvl3pPr marL="0" lvl="2" indent="0" algn="ctr">
              <a:lnSpc>
                <a:spcPct val="100000"/>
              </a:lnSpc>
              <a:spcBef>
                <a:spcPts val="0"/>
              </a:spcBef>
              <a:spcAft>
                <a:spcPts val="0"/>
              </a:spcAft>
              <a:buClr>
                <a:srgbClr val="000000"/>
              </a:buClr>
              <a:buSzPts val="3000"/>
              <a:buFont typeface="Helvetica Neue Light"/>
              <a:buNone/>
              <a:defRPr sz="3000"/>
            </a:lvl3pPr>
            <a:lvl4pPr marL="0" lvl="3" indent="0" algn="ctr">
              <a:lnSpc>
                <a:spcPct val="100000"/>
              </a:lnSpc>
              <a:spcBef>
                <a:spcPts val="0"/>
              </a:spcBef>
              <a:spcAft>
                <a:spcPts val="0"/>
              </a:spcAft>
              <a:buClr>
                <a:srgbClr val="000000"/>
              </a:buClr>
              <a:buSzPts val="3000"/>
              <a:buFont typeface="Helvetica Neue Light"/>
              <a:buNone/>
              <a:defRPr sz="3000"/>
            </a:lvl4pPr>
            <a:lvl5pPr marL="0" lvl="4" indent="0" algn="ctr">
              <a:lnSpc>
                <a:spcPct val="100000"/>
              </a:lnSpc>
              <a:spcBef>
                <a:spcPts val="0"/>
              </a:spcBef>
              <a:spcAft>
                <a:spcPts val="0"/>
              </a:spcAft>
              <a:buClr>
                <a:srgbClr val="000000"/>
              </a:buClr>
              <a:buSzPts val="3000"/>
              <a:buFont typeface="Helvetica Neue Light"/>
              <a:buNone/>
              <a:defRPr sz="3000"/>
            </a:lvl5pPr>
            <a:lvl6pPr marL="0" lvl="5" indent="0" algn="ctr">
              <a:lnSpc>
                <a:spcPct val="100000"/>
              </a:lnSpc>
              <a:spcBef>
                <a:spcPts val="0"/>
              </a:spcBef>
              <a:spcAft>
                <a:spcPts val="0"/>
              </a:spcAft>
              <a:buClr>
                <a:srgbClr val="000000"/>
              </a:buClr>
              <a:buSzPts val="3000"/>
              <a:buFont typeface="Helvetica Neue Light"/>
              <a:buNone/>
              <a:defRPr sz="3000"/>
            </a:lvl6pPr>
            <a:lvl7pPr marL="0" lvl="6" indent="0" algn="ctr">
              <a:lnSpc>
                <a:spcPct val="100000"/>
              </a:lnSpc>
              <a:spcBef>
                <a:spcPts val="0"/>
              </a:spcBef>
              <a:spcAft>
                <a:spcPts val="0"/>
              </a:spcAft>
              <a:buClr>
                <a:srgbClr val="000000"/>
              </a:buClr>
              <a:buSzPts val="3000"/>
              <a:buFont typeface="Helvetica Neue Light"/>
              <a:buNone/>
              <a:defRPr sz="3000"/>
            </a:lvl7pPr>
            <a:lvl8pPr marL="0" lvl="7" indent="0" algn="ctr">
              <a:lnSpc>
                <a:spcPct val="100000"/>
              </a:lnSpc>
              <a:spcBef>
                <a:spcPts val="0"/>
              </a:spcBef>
              <a:spcAft>
                <a:spcPts val="0"/>
              </a:spcAft>
              <a:buClr>
                <a:srgbClr val="000000"/>
              </a:buClr>
              <a:buSzPts val="3000"/>
              <a:buFont typeface="Helvetica Neue Light"/>
              <a:buNone/>
              <a:defRPr sz="3000"/>
            </a:lvl8pPr>
            <a:lvl9pPr marL="0" lvl="8" indent="0" algn="ctr">
              <a:lnSpc>
                <a:spcPct val="100000"/>
              </a:lnSpc>
              <a:spcBef>
                <a:spcPts val="0"/>
              </a:spcBef>
              <a:spcAft>
                <a:spcPts val="0"/>
              </a:spcAft>
              <a:buClr>
                <a:srgbClr val="000000"/>
              </a:buClr>
              <a:buSzPts val="3000"/>
              <a:buFont typeface="Helvetica Neue Light"/>
              <a:buNone/>
              <a:defRPr sz="3000"/>
            </a:lvl9pPr>
          </a:lstStyle>
          <a:p>
            <a:pPr marL="0" lvl="0" indent="0" algn="ct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1239368" y="4897411"/>
            <a:ext cx="10221263" cy="1988119"/>
          </a:xfrm>
          <a:prstGeom prst="rect">
            <a:avLst/>
          </a:prstGeom>
          <a:noFill/>
          <a:ln>
            <a:noFill/>
          </a:ln>
        </p:spPr>
        <p:txBody>
          <a:bodyPr spcFirstLastPara="1" wrap="square" lIns="46775" tIns="46775" rIns="46775" bIns="46775"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0" name="Google Shape;30;p8"/>
          <p:cNvSpPr txBox="1">
            <a:spLocks noGrp="1"/>
          </p:cNvSpPr>
          <p:nvPr>
            <p:ph type="sldNum" idx="12"/>
          </p:nvPr>
        </p:nvSpPr>
        <p:spPr>
          <a:xfrm>
            <a:off x="6079187" y="13007761"/>
            <a:ext cx="529931" cy="550759"/>
          </a:xfrm>
          <a:prstGeom prst="rect">
            <a:avLst/>
          </a:prstGeom>
          <a:noFill/>
          <a:ln>
            <a:noFill/>
          </a:ln>
        </p:spPr>
        <p:txBody>
          <a:bodyPr spcFirstLastPara="1" wrap="square" lIns="46775" tIns="46775" rIns="46775" bIns="46775" anchor="t" anchorCtr="0">
            <a:spAutoFit/>
          </a:bodyPr>
          <a:lstStyle>
            <a:lvl1pPr marL="0" lvl="0" indent="0" algn="ctr">
              <a:lnSpc>
                <a:spcPct val="100000"/>
              </a:lnSpc>
              <a:spcBef>
                <a:spcPts val="0"/>
              </a:spcBef>
              <a:spcAft>
                <a:spcPts val="0"/>
              </a:spcAft>
              <a:buClr>
                <a:srgbClr val="000000"/>
              </a:buClr>
              <a:buSzPts val="3000"/>
              <a:buFont typeface="Helvetica Neue Light"/>
              <a:buNone/>
              <a:defRPr sz="3000"/>
            </a:lvl1pPr>
            <a:lvl2pPr marL="0" lvl="1" indent="0" algn="ctr">
              <a:lnSpc>
                <a:spcPct val="100000"/>
              </a:lnSpc>
              <a:spcBef>
                <a:spcPts val="0"/>
              </a:spcBef>
              <a:spcAft>
                <a:spcPts val="0"/>
              </a:spcAft>
              <a:buClr>
                <a:srgbClr val="000000"/>
              </a:buClr>
              <a:buSzPts val="3000"/>
              <a:buFont typeface="Helvetica Neue Light"/>
              <a:buNone/>
              <a:defRPr sz="3000"/>
            </a:lvl2pPr>
            <a:lvl3pPr marL="0" lvl="2" indent="0" algn="ctr">
              <a:lnSpc>
                <a:spcPct val="100000"/>
              </a:lnSpc>
              <a:spcBef>
                <a:spcPts val="0"/>
              </a:spcBef>
              <a:spcAft>
                <a:spcPts val="0"/>
              </a:spcAft>
              <a:buClr>
                <a:srgbClr val="000000"/>
              </a:buClr>
              <a:buSzPts val="3000"/>
              <a:buFont typeface="Helvetica Neue Light"/>
              <a:buNone/>
              <a:defRPr sz="3000"/>
            </a:lvl3pPr>
            <a:lvl4pPr marL="0" lvl="3" indent="0" algn="ctr">
              <a:lnSpc>
                <a:spcPct val="100000"/>
              </a:lnSpc>
              <a:spcBef>
                <a:spcPts val="0"/>
              </a:spcBef>
              <a:spcAft>
                <a:spcPts val="0"/>
              </a:spcAft>
              <a:buClr>
                <a:srgbClr val="000000"/>
              </a:buClr>
              <a:buSzPts val="3000"/>
              <a:buFont typeface="Helvetica Neue Light"/>
              <a:buNone/>
              <a:defRPr sz="3000"/>
            </a:lvl4pPr>
            <a:lvl5pPr marL="0" lvl="4" indent="0" algn="ctr">
              <a:lnSpc>
                <a:spcPct val="100000"/>
              </a:lnSpc>
              <a:spcBef>
                <a:spcPts val="0"/>
              </a:spcBef>
              <a:spcAft>
                <a:spcPts val="0"/>
              </a:spcAft>
              <a:buClr>
                <a:srgbClr val="000000"/>
              </a:buClr>
              <a:buSzPts val="3000"/>
              <a:buFont typeface="Helvetica Neue Light"/>
              <a:buNone/>
              <a:defRPr sz="3000"/>
            </a:lvl5pPr>
            <a:lvl6pPr marL="0" lvl="5" indent="0" algn="ctr">
              <a:lnSpc>
                <a:spcPct val="100000"/>
              </a:lnSpc>
              <a:spcBef>
                <a:spcPts val="0"/>
              </a:spcBef>
              <a:spcAft>
                <a:spcPts val="0"/>
              </a:spcAft>
              <a:buClr>
                <a:srgbClr val="000000"/>
              </a:buClr>
              <a:buSzPts val="3000"/>
              <a:buFont typeface="Helvetica Neue Light"/>
              <a:buNone/>
              <a:defRPr sz="3000"/>
            </a:lvl6pPr>
            <a:lvl7pPr marL="0" lvl="6" indent="0" algn="ctr">
              <a:lnSpc>
                <a:spcPct val="100000"/>
              </a:lnSpc>
              <a:spcBef>
                <a:spcPts val="0"/>
              </a:spcBef>
              <a:spcAft>
                <a:spcPts val="0"/>
              </a:spcAft>
              <a:buClr>
                <a:srgbClr val="000000"/>
              </a:buClr>
              <a:buSzPts val="3000"/>
              <a:buFont typeface="Helvetica Neue Light"/>
              <a:buNone/>
              <a:defRPr sz="3000"/>
            </a:lvl7pPr>
            <a:lvl8pPr marL="0" lvl="7" indent="0" algn="ctr">
              <a:lnSpc>
                <a:spcPct val="100000"/>
              </a:lnSpc>
              <a:spcBef>
                <a:spcPts val="0"/>
              </a:spcBef>
              <a:spcAft>
                <a:spcPts val="0"/>
              </a:spcAft>
              <a:buClr>
                <a:srgbClr val="000000"/>
              </a:buClr>
              <a:buSzPts val="3000"/>
              <a:buFont typeface="Helvetica Neue Light"/>
              <a:buNone/>
              <a:defRPr sz="3000"/>
            </a:lvl8pPr>
            <a:lvl9pPr marL="0" lvl="8" indent="0" algn="ctr">
              <a:lnSpc>
                <a:spcPct val="100000"/>
              </a:lnSpc>
              <a:spcBef>
                <a:spcPts val="0"/>
              </a:spcBef>
              <a:spcAft>
                <a:spcPts val="0"/>
              </a:spcAft>
              <a:buClr>
                <a:srgbClr val="000000"/>
              </a:buClr>
              <a:buSzPts val="3000"/>
              <a:buFont typeface="Helvetica Neue Light"/>
              <a:buNone/>
              <a:defRPr sz="3000"/>
            </a:lvl9pPr>
          </a:lstStyle>
          <a:p>
            <a:pPr marL="0" lvl="0" indent="0" algn="ct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31"/>
        <p:cNvGrpSpPr/>
        <p:nvPr/>
      </p:nvGrpSpPr>
      <p:grpSpPr>
        <a:xfrm>
          <a:off x="0" y="0"/>
          <a:ext cx="0" cy="0"/>
          <a:chOff x="0" y="0"/>
          <a:chExt cx="0" cy="0"/>
        </a:xfrm>
      </p:grpSpPr>
      <p:sp>
        <p:nvSpPr>
          <p:cNvPr id="32" name="Google Shape;32;p9"/>
          <p:cNvSpPr>
            <a:spLocks noGrp="1"/>
          </p:cNvSpPr>
          <p:nvPr>
            <p:ph type="pic" idx="2"/>
          </p:nvPr>
        </p:nvSpPr>
        <p:spPr>
          <a:xfrm>
            <a:off x="4537304" y="6885529"/>
            <a:ext cx="8683396" cy="5788931"/>
          </a:xfrm>
          <a:prstGeom prst="rect">
            <a:avLst/>
          </a:prstGeom>
          <a:noFill/>
          <a:ln>
            <a:noFill/>
          </a:ln>
        </p:spPr>
      </p:sp>
      <p:sp>
        <p:nvSpPr>
          <p:cNvPr id="33" name="Google Shape;33;p9"/>
          <p:cNvSpPr txBox="1">
            <a:spLocks noGrp="1"/>
          </p:cNvSpPr>
          <p:nvPr>
            <p:ph type="title"/>
          </p:nvPr>
        </p:nvSpPr>
        <p:spPr>
          <a:xfrm>
            <a:off x="1239368" y="4897411"/>
            <a:ext cx="10221263" cy="1988119"/>
          </a:xfrm>
          <a:prstGeom prst="rect">
            <a:avLst/>
          </a:prstGeom>
          <a:noFill/>
          <a:ln>
            <a:noFill/>
          </a:ln>
        </p:spPr>
        <p:txBody>
          <a:bodyPr spcFirstLastPara="1" wrap="square" lIns="46775" tIns="46775" rIns="46775" bIns="46775" anchor="ctr" anchorCtr="0">
            <a:normAutofit/>
          </a:bodyPr>
          <a:lstStyle>
            <a:lvl1pPr lvl="0" algn="ctr">
              <a:lnSpc>
                <a:spcPct val="100000"/>
              </a:lnSpc>
              <a:spcBef>
                <a:spcPts val="0"/>
              </a:spcBef>
              <a:spcAft>
                <a:spcPts val="0"/>
              </a:spcAft>
              <a:buClr>
                <a:srgbClr val="000000"/>
              </a:buClr>
              <a:buSzPts val="1800"/>
              <a:buNone/>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a:endParaRPr/>
          </a:p>
        </p:txBody>
      </p:sp>
      <p:sp>
        <p:nvSpPr>
          <p:cNvPr id="34" name="Google Shape;34;p9"/>
          <p:cNvSpPr txBox="1">
            <a:spLocks noGrp="1"/>
          </p:cNvSpPr>
          <p:nvPr>
            <p:ph type="body" idx="1"/>
          </p:nvPr>
        </p:nvSpPr>
        <p:spPr>
          <a:xfrm>
            <a:off x="1239368" y="6885529"/>
            <a:ext cx="4911821" cy="5788931"/>
          </a:xfrm>
          <a:prstGeom prst="rect">
            <a:avLst/>
          </a:prstGeom>
          <a:noFill/>
          <a:ln>
            <a:noFill/>
          </a:ln>
        </p:spPr>
        <p:txBody>
          <a:bodyPr spcFirstLastPara="1" wrap="square" lIns="46775" tIns="46775" rIns="46775" bIns="46775" anchor="ctr" anchorCtr="0">
            <a:normAutofit/>
          </a:bodyPr>
          <a:lstStyle>
            <a:lvl1pPr marL="457200" lvl="0" indent="-466725" algn="l">
              <a:lnSpc>
                <a:spcPct val="100000"/>
              </a:lnSpc>
              <a:spcBef>
                <a:spcPts val="5800"/>
              </a:spcBef>
              <a:spcAft>
                <a:spcPts val="0"/>
              </a:spcAft>
              <a:buClr>
                <a:srgbClr val="000000"/>
              </a:buClr>
              <a:buSzPts val="3750"/>
              <a:buFont typeface="Helvetica Neue Light"/>
              <a:buChar char="•"/>
              <a:defRPr sz="5000"/>
            </a:lvl1pPr>
            <a:lvl2pPr marL="914400" lvl="1" indent="-466725" algn="l">
              <a:lnSpc>
                <a:spcPct val="100000"/>
              </a:lnSpc>
              <a:spcBef>
                <a:spcPts val="5800"/>
              </a:spcBef>
              <a:spcAft>
                <a:spcPts val="0"/>
              </a:spcAft>
              <a:buClr>
                <a:srgbClr val="000000"/>
              </a:buClr>
              <a:buSzPts val="3750"/>
              <a:buFont typeface="Helvetica Neue Light"/>
              <a:buChar char="•"/>
              <a:defRPr sz="5000"/>
            </a:lvl2pPr>
            <a:lvl3pPr marL="1371600" lvl="2" indent="-466725" algn="l">
              <a:lnSpc>
                <a:spcPct val="100000"/>
              </a:lnSpc>
              <a:spcBef>
                <a:spcPts val="5800"/>
              </a:spcBef>
              <a:spcAft>
                <a:spcPts val="0"/>
              </a:spcAft>
              <a:buClr>
                <a:srgbClr val="000000"/>
              </a:buClr>
              <a:buSzPts val="3750"/>
              <a:buFont typeface="Helvetica Neue Light"/>
              <a:buChar char="•"/>
              <a:defRPr sz="5000"/>
            </a:lvl3pPr>
            <a:lvl4pPr marL="1828800" lvl="3" indent="-466725" algn="l">
              <a:lnSpc>
                <a:spcPct val="100000"/>
              </a:lnSpc>
              <a:spcBef>
                <a:spcPts val="5800"/>
              </a:spcBef>
              <a:spcAft>
                <a:spcPts val="0"/>
              </a:spcAft>
              <a:buClr>
                <a:srgbClr val="000000"/>
              </a:buClr>
              <a:buSzPts val="3750"/>
              <a:buFont typeface="Helvetica Neue Light"/>
              <a:buChar char="•"/>
              <a:defRPr sz="5000"/>
            </a:lvl4pPr>
            <a:lvl5pPr marL="2286000" lvl="4" indent="-466725" algn="l">
              <a:lnSpc>
                <a:spcPct val="100000"/>
              </a:lnSpc>
              <a:spcBef>
                <a:spcPts val="5800"/>
              </a:spcBef>
              <a:spcAft>
                <a:spcPts val="0"/>
              </a:spcAft>
              <a:buClr>
                <a:srgbClr val="000000"/>
              </a:buClr>
              <a:buSzPts val="3750"/>
              <a:buFont typeface="Helvetica Neue Light"/>
              <a:buChar char="•"/>
              <a:defRPr sz="5000"/>
            </a:lvl5pPr>
            <a:lvl6pPr marL="2743200" lvl="5" indent="-314325" algn="l">
              <a:lnSpc>
                <a:spcPct val="100000"/>
              </a:lnSpc>
              <a:spcBef>
                <a:spcPts val="7700"/>
              </a:spcBef>
              <a:spcAft>
                <a:spcPts val="0"/>
              </a:spcAft>
              <a:buClr>
                <a:srgbClr val="000000"/>
              </a:buClr>
              <a:buSzPts val="1350"/>
              <a:buChar char="•"/>
              <a:defRPr/>
            </a:lvl6pPr>
            <a:lvl7pPr marL="3200400" lvl="6" indent="-314325" algn="l">
              <a:lnSpc>
                <a:spcPct val="100000"/>
              </a:lnSpc>
              <a:spcBef>
                <a:spcPts val="7700"/>
              </a:spcBef>
              <a:spcAft>
                <a:spcPts val="0"/>
              </a:spcAft>
              <a:buClr>
                <a:srgbClr val="000000"/>
              </a:buClr>
              <a:buSzPts val="1350"/>
              <a:buChar char="•"/>
              <a:defRPr/>
            </a:lvl7pPr>
            <a:lvl8pPr marL="3657600" lvl="7" indent="-314325" algn="l">
              <a:lnSpc>
                <a:spcPct val="100000"/>
              </a:lnSpc>
              <a:spcBef>
                <a:spcPts val="7700"/>
              </a:spcBef>
              <a:spcAft>
                <a:spcPts val="0"/>
              </a:spcAft>
              <a:buClr>
                <a:srgbClr val="000000"/>
              </a:buClr>
              <a:buSzPts val="1350"/>
              <a:buChar char="•"/>
              <a:defRPr/>
            </a:lvl8pPr>
            <a:lvl9pPr marL="4114800" lvl="8" indent="-314325" algn="l">
              <a:lnSpc>
                <a:spcPct val="100000"/>
              </a:lnSpc>
              <a:spcBef>
                <a:spcPts val="7700"/>
              </a:spcBef>
              <a:spcAft>
                <a:spcPts val="0"/>
              </a:spcAft>
              <a:buClr>
                <a:srgbClr val="000000"/>
              </a:buClr>
              <a:buSzPts val="1350"/>
              <a:buChar char="•"/>
              <a:defRPr/>
            </a:lvl9pPr>
          </a:lstStyle>
          <a:p>
            <a:endParaRPr/>
          </a:p>
        </p:txBody>
      </p:sp>
      <p:sp>
        <p:nvSpPr>
          <p:cNvPr id="35" name="Google Shape;35;p9"/>
          <p:cNvSpPr txBox="1">
            <a:spLocks noGrp="1"/>
          </p:cNvSpPr>
          <p:nvPr>
            <p:ph type="sldNum" idx="12"/>
          </p:nvPr>
        </p:nvSpPr>
        <p:spPr>
          <a:xfrm>
            <a:off x="6079187" y="13007761"/>
            <a:ext cx="529931" cy="550759"/>
          </a:xfrm>
          <a:prstGeom prst="rect">
            <a:avLst/>
          </a:prstGeom>
          <a:noFill/>
          <a:ln>
            <a:noFill/>
          </a:ln>
        </p:spPr>
        <p:txBody>
          <a:bodyPr spcFirstLastPara="1" wrap="square" lIns="46775" tIns="46775" rIns="46775" bIns="46775" anchor="t" anchorCtr="0">
            <a:spAutoFit/>
          </a:bodyPr>
          <a:lstStyle>
            <a:lvl1pPr marL="0" lvl="0" indent="0" algn="ctr">
              <a:lnSpc>
                <a:spcPct val="100000"/>
              </a:lnSpc>
              <a:spcBef>
                <a:spcPts val="0"/>
              </a:spcBef>
              <a:spcAft>
                <a:spcPts val="0"/>
              </a:spcAft>
              <a:buClr>
                <a:srgbClr val="000000"/>
              </a:buClr>
              <a:buSzPts val="3000"/>
              <a:buFont typeface="Helvetica Neue Light"/>
              <a:buNone/>
              <a:defRPr sz="3000"/>
            </a:lvl1pPr>
            <a:lvl2pPr marL="0" lvl="1" indent="0" algn="ctr">
              <a:lnSpc>
                <a:spcPct val="100000"/>
              </a:lnSpc>
              <a:spcBef>
                <a:spcPts val="0"/>
              </a:spcBef>
              <a:spcAft>
                <a:spcPts val="0"/>
              </a:spcAft>
              <a:buClr>
                <a:srgbClr val="000000"/>
              </a:buClr>
              <a:buSzPts val="3000"/>
              <a:buFont typeface="Helvetica Neue Light"/>
              <a:buNone/>
              <a:defRPr sz="3000"/>
            </a:lvl2pPr>
            <a:lvl3pPr marL="0" lvl="2" indent="0" algn="ctr">
              <a:lnSpc>
                <a:spcPct val="100000"/>
              </a:lnSpc>
              <a:spcBef>
                <a:spcPts val="0"/>
              </a:spcBef>
              <a:spcAft>
                <a:spcPts val="0"/>
              </a:spcAft>
              <a:buClr>
                <a:srgbClr val="000000"/>
              </a:buClr>
              <a:buSzPts val="3000"/>
              <a:buFont typeface="Helvetica Neue Light"/>
              <a:buNone/>
              <a:defRPr sz="3000"/>
            </a:lvl3pPr>
            <a:lvl4pPr marL="0" lvl="3" indent="0" algn="ctr">
              <a:lnSpc>
                <a:spcPct val="100000"/>
              </a:lnSpc>
              <a:spcBef>
                <a:spcPts val="0"/>
              </a:spcBef>
              <a:spcAft>
                <a:spcPts val="0"/>
              </a:spcAft>
              <a:buClr>
                <a:srgbClr val="000000"/>
              </a:buClr>
              <a:buSzPts val="3000"/>
              <a:buFont typeface="Helvetica Neue Light"/>
              <a:buNone/>
              <a:defRPr sz="3000"/>
            </a:lvl4pPr>
            <a:lvl5pPr marL="0" lvl="4" indent="0" algn="ctr">
              <a:lnSpc>
                <a:spcPct val="100000"/>
              </a:lnSpc>
              <a:spcBef>
                <a:spcPts val="0"/>
              </a:spcBef>
              <a:spcAft>
                <a:spcPts val="0"/>
              </a:spcAft>
              <a:buClr>
                <a:srgbClr val="000000"/>
              </a:buClr>
              <a:buSzPts val="3000"/>
              <a:buFont typeface="Helvetica Neue Light"/>
              <a:buNone/>
              <a:defRPr sz="3000"/>
            </a:lvl5pPr>
            <a:lvl6pPr marL="0" lvl="5" indent="0" algn="ctr">
              <a:lnSpc>
                <a:spcPct val="100000"/>
              </a:lnSpc>
              <a:spcBef>
                <a:spcPts val="0"/>
              </a:spcBef>
              <a:spcAft>
                <a:spcPts val="0"/>
              </a:spcAft>
              <a:buClr>
                <a:srgbClr val="000000"/>
              </a:buClr>
              <a:buSzPts val="3000"/>
              <a:buFont typeface="Helvetica Neue Light"/>
              <a:buNone/>
              <a:defRPr sz="3000"/>
            </a:lvl6pPr>
            <a:lvl7pPr marL="0" lvl="6" indent="0" algn="ctr">
              <a:lnSpc>
                <a:spcPct val="100000"/>
              </a:lnSpc>
              <a:spcBef>
                <a:spcPts val="0"/>
              </a:spcBef>
              <a:spcAft>
                <a:spcPts val="0"/>
              </a:spcAft>
              <a:buClr>
                <a:srgbClr val="000000"/>
              </a:buClr>
              <a:buSzPts val="3000"/>
              <a:buFont typeface="Helvetica Neue Light"/>
              <a:buNone/>
              <a:defRPr sz="3000"/>
            </a:lvl7pPr>
            <a:lvl8pPr marL="0" lvl="7" indent="0" algn="ctr">
              <a:lnSpc>
                <a:spcPct val="100000"/>
              </a:lnSpc>
              <a:spcBef>
                <a:spcPts val="0"/>
              </a:spcBef>
              <a:spcAft>
                <a:spcPts val="0"/>
              </a:spcAft>
              <a:buClr>
                <a:srgbClr val="000000"/>
              </a:buClr>
              <a:buSzPts val="3000"/>
              <a:buFont typeface="Helvetica Neue Light"/>
              <a:buNone/>
              <a:defRPr sz="3000"/>
            </a:lvl8pPr>
            <a:lvl9pPr marL="0" lvl="8" indent="0" algn="ctr">
              <a:lnSpc>
                <a:spcPct val="100000"/>
              </a:lnSpc>
              <a:spcBef>
                <a:spcPts val="0"/>
              </a:spcBef>
              <a:spcAft>
                <a:spcPts val="0"/>
              </a:spcAft>
              <a:buClr>
                <a:srgbClr val="000000"/>
              </a:buClr>
              <a:buSzPts val="3000"/>
              <a:buFont typeface="Helvetica Neue Light"/>
              <a:buNone/>
              <a:defRPr sz="3000"/>
            </a:lvl9pPr>
          </a:lstStyle>
          <a:p>
            <a:pPr marL="0" lvl="0" indent="0" algn="ct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36"/>
        <p:cNvGrpSpPr/>
        <p:nvPr/>
      </p:nvGrpSpPr>
      <p:grpSpPr>
        <a:xfrm>
          <a:off x="0" y="0"/>
          <a:ext cx="0" cy="0"/>
          <a:chOff x="0" y="0"/>
          <a:chExt cx="0" cy="0"/>
        </a:xfrm>
      </p:grpSpPr>
      <p:sp>
        <p:nvSpPr>
          <p:cNvPr id="37" name="Google Shape;37;p10"/>
          <p:cNvSpPr txBox="1">
            <a:spLocks noGrp="1"/>
          </p:cNvSpPr>
          <p:nvPr>
            <p:ph type="body" idx="1"/>
          </p:nvPr>
        </p:nvSpPr>
        <p:spPr>
          <a:xfrm>
            <a:off x="1239368" y="5657574"/>
            <a:ext cx="10221263" cy="6642652"/>
          </a:xfrm>
          <a:prstGeom prst="rect">
            <a:avLst/>
          </a:prstGeom>
          <a:noFill/>
          <a:ln>
            <a:noFill/>
          </a:ln>
        </p:spPr>
        <p:txBody>
          <a:bodyPr spcFirstLastPara="1" wrap="square" lIns="46775" tIns="46775" rIns="46775" bIns="46775" anchor="ctr" anchorCtr="0">
            <a:normAutofit/>
          </a:bodyPr>
          <a:lstStyle>
            <a:lvl1pPr marL="457200" lvl="0" indent="-314325" algn="l">
              <a:lnSpc>
                <a:spcPct val="100000"/>
              </a:lnSpc>
              <a:spcBef>
                <a:spcPts val="7700"/>
              </a:spcBef>
              <a:spcAft>
                <a:spcPts val="0"/>
              </a:spcAft>
              <a:buClr>
                <a:srgbClr val="000000"/>
              </a:buClr>
              <a:buSzPts val="1350"/>
              <a:buChar char="•"/>
              <a:defRPr/>
            </a:lvl1pPr>
            <a:lvl2pPr marL="914400" lvl="1" indent="-314325" algn="l">
              <a:lnSpc>
                <a:spcPct val="100000"/>
              </a:lnSpc>
              <a:spcBef>
                <a:spcPts val="7700"/>
              </a:spcBef>
              <a:spcAft>
                <a:spcPts val="0"/>
              </a:spcAft>
              <a:buClr>
                <a:srgbClr val="000000"/>
              </a:buClr>
              <a:buSzPts val="1350"/>
              <a:buChar char="•"/>
              <a:defRPr/>
            </a:lvl2pPr>
            <a:lvl3pPr marL="1371600" lvl="2" indent="-314325" algn="l">
              <a:lnSpc>
                <a:spcPct val="100000"/>
              </a:lnSpc>
              <a:spcBef>
                <a:spcPts val="7700"/>
              </a:spcBef>
              <a:spcAft>
                <a:spcPts val="0"/>
              </a:spcAft>
              <a:buClr>
                <a:srgbClr val="000000"/>
              </a:buClr>
              <a:buSzPts val="1350"/>
              <a:buChar char="•"/>
              <a:defRPr/>
            </a:lvl3pPr>
            <a:lvl4pPr marL="1828800" lvl="3" indent="-314325" algn="l">
              <a:lnSpc>
                <a:spcPct val="100000"/>
              </a:lnSpc>
              <a:spcBef>
                <a:spcPts val="7700"/>
              </a:spcBef>
              <a:spcAft>
                <a:spcPts val="0"/>
              </a:spcAft>
              <a:buClr>
                <a:srgbClr val="000000"/>
              </a:buClr>
              <a:buSzPts val="1350"/>
              <a:buChar char="•"/>
              <a:defRPr/>
            </a:lvl4pPr>
            <a:lvl5pPr marL="2286000" lvl="4" indent="-314325" algn="l">
              <a:lnSpc>
                <a:spcPct val="100000"/>
              </a:lnSpc>
              <a:spcBef>
                <a:spcPts val="7700"/>
              </a:spcBef>
              <a:spcAft>
                <a:spcPts val="0"/>
              </a:spcAft>
              <a:buClr>
                <a:srgbClr val="000000"/>
              </a:buClr>
              <a:buSzPts val="1350"/>
              <a:buChar char="•"/>
              <a:defRPr/>
            </a:lvl5pPr>
            <a:lvl6pPr marL="2743200" lvl="5" indent="-314325" algn="l">
              <a:lnSpc>
                <a:spcPct val="100000"/>
              </a:lnSpc>
              <a:spcBef>
                <a:spcPts val="7700"/>
              </a:spcBef>
              <a:spcAft>
                <a:spcPts val="0"/>
              </a:spcAft>
              <a:buClr>
                <a:srgbClr val="000000"/>
              </a:buClr>
              <a:buSzPts val="1350"/>
              <a:buChar char="•"/>
              <a:defRPr/>
            </a:lvl6pPr>
            <a:lvl7pPr marL="3200400" lvl="6" indent="-314325" algn="l">
              <a:lnSpc>
                <a:spcPct val="100000"/>
              </a:lnSpc>
              <a:spcBef>
                <a:spcPts val="7700"/>
              </a:spcBef>
              <a:spcAft>
                <a:spcPts val="0"/>
              </a:spcAft>
              <a:buClr>
                <a:srgbClr val="000000"/>
              </a:buClr>
              <a:buSzPts val="1350"/>
              <a:buChar char="•"/>
              <a:defRPr/>
            </a:lvl7pPr>
            <a:lvl8pPr marL="3657600" lvl="7" indent="-314325" algn="l">
              <a:lnSpc>
                <a:spcPct val="100000"/>
              </a:lnSpc>
              <a:spcBef>
                <a:spcPts val="7700"/>
              </a:spcBef>
              <a:spcAft>
                <a:spcPts val="0"/>
              </a:spcAft>
              <a:buClr>
                <a:srgbClr val="000000"/>
              </a:buClr>
              <a:buSzPts val="1350"/>
              <a:buChar char="•"/>
              <a:defRPr/>
            </a:lvl8pPr>
            <a:lvl9pPr marL="4114800" lvl="8" indent="-314325" algn="l">
              <a:lnSpc>
                <a:spcPct val="100000"/>
              </a:lnSpc>
              <a:spcBef>
                <a:spcPts val="7700"/>
              </a:spcBef>
              <a:spcAft>
                <a:spcPts val="0"/>
              </a:spcAft>
              <a:buClr>
                <a:srgbClr val="000000"/>
              </a:buClr>
              <a:buSzPts val="1350"/>
              <a:buChar char="•"/>
              <a:defRPr/>
            </a:lvl9pPr>
          </a:lstStyle>
          <a:p>
            <a:endParaRPr/>
          </a:p>
        </p:txBody>
      </p:sp>
      <p:sp>
        <p:nvSpPr>
          <p:cNvPr id="38" name="Google Shape;38;p10"/>
          <p:cNvSpPr txBox="1">
            <a:spLocks noGrp="1"/>
          </p:cNvSpPr>
          <p:nvPr>
            <p:ph type="sldNum" idx="12"/>
          </p:nvPr>
        </p:nvSpPr>
        <p:spPr>
          <a:xfrm>
            <a:off x="6079187" y="13007761"/>
            <a:ext cx="529931" cy="550759"/>
          </a:xfrm>
          <a:prstGeom prst="rect">
            <a:avLst/>
          </a:prstGeom>
          <a:noFill/>
          <a:ln>
            <a:noFill/>
          </a:ln>
        </p:spPr>
        <p:txBody>
          <a:bodyPr spcFirstLastPara="1" wrap="square" lIns="46775" tIns="46775" rIns="46775" bIns="46775" anchor="t" anchorCtr="0">
            <a:spAutoFit/>
          </a:bodyPr>
          <a:lstStyle>
            <a:lvl1pPr marL="0" lvl="0" indent="0" algn="ctr">
              <a:lnSpc>
                <a:spcPct val="100000"/>
              </a:lnSpc>
              <a:spcBef>
                <a:spcPts val="0"/>
              </a:spcBef>
              <a:spcAft>
                <a:spcPts val="0"/>
              </a:spcAft>
              <a:buClr>
                <a:srgbClr val="000000"/>
              </a:buClr>
              <a:buSzPts val="3000"/>
              <a:buFont typeface="Helvetica Neue Light"/>
              <a:buNone/>
              <a:defRPr sz="3000"/>
            </a:lvl1pPr>
            <a:lvl2pPr marL="0" lvl="1" indent="0" algn="ctr">
              <a:lnSpc>
                <a:spcPct val="100000"/>
              </a:lnSpc>
              <a:spcBef>
                <a:spcPts val="0"/>
              </a:spcBef>
              <a:spcAft>
                <a:spcPts val="0"/>
              </a:spcAft>
              <a:buClr>
                <a:srgbClr val="000000"/>
              </a:buClr>
              <a:buSzPts val="3000"/>
              <a:buFont typeface="Helvetica Neue Light"/>
              <a:buNone/>
              <a:defRPr sz="3000"/>
            </a:lvl2pPr>
            <a:lvl3pPr marL="0" lvl="2" indent="0" algn="ctr">
              <a:lnSpc>
                <a:spcPct val="100000"/>
              </a:lnSpc>
              <a:spcBef>
                <a:spcPts val="0"/>
              </a:spcBef>
              <a:spcAft>
                <a:spcPts val="0"/>
              </a:spcAft>
              <a:buClr>
                <a:srgbClr val="000000"/>
              </a:buClr>
              <a:buSzPts val="3000"/>
              <a:buFont typeface="Helvetica Neue Light"/>
              <a:buNone/>
              <a:defRPr sz="3000"/>
            </a:lvl3pPr>
            <a:lvl4pPr marL="0" lvl="3" indent="0" algn="ctr">
              <a:lnSpc>
                <a:spcPct val="100000"/>
              </a:lnSpc>
              <a:spcBef>
                <a:spcPts val="0"/>
              </a:spcBef>
              <a:spcAft>
                <a:spcPts val="0"/>
              </a:spcAft>
              <a:buClr>
                <a:srgbClr val="000000"/>
              </a:buClr>
              <a:buSzPts val="3000"/>
              <a:buFont typeface="Helvetica Neue Light"/>
              <a:buNone/>
              <a:defRPr sz="3000"/>
            </a:lvl4pPr>
            <a:lvl5pPr marL="0" lvl="4" indent="0" algn="ctr">
              <a:lnSpc>
                <a:spcPct val="100000"/>
              </a:lnSpc>
              <a:spcBef>
                <a:spcPts val="0"/>
              </a:spcBef>
              <a:spcAft>
                <a:spcPts val="0"/>
              </a:spcAft>
              <a:buClr>
                <a:srgbClr val="000000"/>
              </a:buClr>
              <a:buSzPts val="3000"/>
              <a:buFont typeface="Helvetica Neue Light"/>
              <a:buNone/>
              <a:defRPr sz="3000"/>
            </a:lvl5pPr>
            <a:lvl6pPr marL="0" lvl="5" indent="0" algn="ctr">
              <a:lnSpc>
                <a:spcPct val="100000"/>
              </a:lnSpc>
              <a:spcBef>
                <a:spcPts val="0"/>
              </a:spcBef>
              <a:spcAft>
                <a:spcPts val="0"/>
              </a:spcAft>
              <a:buClr>
                <a:srgbClr val="000000"/>
              </a:buClr>
              <a:buSzPts val="3000"/>
              <a:buFont typeface="Helvetica Neue Light"/>
              <a:buNone/>
              <a:defRPr sz="3000"/>
            </a:lvl6pPr>
            <a:lvl7pPr marL="0" lvl="6" indent="0" algn="ctr">
              <a:lnSpc>
                <a:spcPct val="100000"/>
              </a:lnSpc>
              <a:spcBef>
                <a:spcPts val="0"/>
              </a:spcBef>
              <a:spcAft>
                <a:spcPts val="0"/>
              </a:spcAft>
              <a:buClr>
                <a:srgbClr val="000000"/>
              </a:buClr>
              <a:buSzPts val="3000"/>
              <a:buFont typeface="Helvetica Neue Light"/>
              <a:buNone/>
              <a:defRPr sz="3000"/>
            </a:lvl7pPr>
            <a:lvl8pPr marL="0" lvl="7" indent="0" algn="ctr">
              <a:lnSpc>
                <a:spcPct val="100000"/>
              </a:lnSpc>
              <a:spcBef>
                <a:spcPts val="0"/>
              </a:spcBef>
              <a:spcAft>
                <a:spcPts val="0"/>
              </a:spcAft>
              <a:buClr>
                <a:srgbClr val="000000"/>
              </a:buClr>
              <a:buSzPts val="3000"/>
              <a:buFont typeface="Helvetica Neue Light"/>
              <a:buNone/>
              <a:defRPr sz="3000"/>
            </a:lvl8pPr>
            <a:lvl9pPr marL="0" lvl="8" indent="0" algn="ctr">
              <a:lnSpc>
                <a:spcPct val="100000"/>
              </a:lnSpc>
              <a:spcBef>
                <a:spcPts val="0"/>
              </a:spcBef>
              <a:spcAft>
                <a:spcPts val="0"/>
              </a:spcAft>
              <a:buClr>
                <a:srgbClr val="000000"/>
              </a:buClr>
              <a:buSzPts val="3000"/>
              <a:buFont typeface="Helvetica Neue Light"/>
              <a:buNone/>
              <a:defRPr sz="3000"/>
            </a:lvl9pPr>
          </a:lstStyle>
          <a:p>
            <a:pPr marL="0" lvl="0" indent="0" algn="ct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39"/>
        <p:cNvGrpSpPr/>
        <p:nvPr/>
      </p:nvGrpSpPr>
      <p:grpSpPr>
        <a:xfrm>
          <a:off x="0" y="0"/>
          <a:ext cx="0" cy="0"/>
          <a:chOff x="0" y="0"/>
          <a:chExt cx="0" cy="0"/>
        </a:xfrm>
      </p:grpSpPr>
      <p:sp>
        <p:nvSpPr>
          <p:cNvPr id="40" name="Google Shape;40;p11"/>
          <p:cNvSpPr>
            <a:spLocks noGrp="1"/>
          </p:cNvSpPr>
          <p:nvPr>
            <p:ph type="pic" idx="2"/>
          </p:nvPr>
        </p:nvSpPr>
        <p:spPr>
          <a:xfrm>
            <a:off x="6513727" y="9117163"/>
            <a:ext cx="5578425" cy="3720888"/>
          </a:xfrm>
          <a:prstGeom prst="rect">
            <a:avLst/>
          </a:prstGeom>
          <a:noFill/>
          <a:ln>
            <a:noFill/>
          </a:ln>
        </p:spPr>
      </p:sp>
      <p:sp>
        <p:nvSpPr>
          <p:cNvPr id="41" name="Google Shape;41;p11"/>
          <p:cNvSpPr>
            <a:spLocks noGrp="1"/>
          </p:cNvSpPr>
          <p:nvPr>
            <p:ph type="pic" idx="3"/>
          </p:nvPr>
        </p:nvSpPr>
        <p:spPr>
          <a:xfrm>
            <a:off x="6350000" y="5304656"/>
            <a:ext cx="5403002" cy="3602002"/>
          </a:xfrm>
          <a:prstGeom prst="rect">
            <a:avLst/>
          </a:prstGeom>
          <a:noFill/>
          <a:ln>
            <a:noFill/>
          </a:ln>
        </p:spPr>
      </p:sp>
      <p:sp>
        <p:nvSpPr>
          <p:cNvPr id="42" name="Google Shape;42;p11"/>
          <p:cNvSpPr>
            <a:spLocks noGrp="1"/>
          </p:cNvSpPr>
          <p:nvPr>
            <p:ph type="pic" idx="4"/>
          </p:nvPr>
        </p:nvSpPr>
        <p:spPr>
          <a:xfrm>
            <a:off x="-1824671" y="5306730"/>
            <a:ext cx="11028205" cy="7352137"/>
          </a:xfrm>
          <a:prstGeom prst="rect">
            <a:avLst/>
          </a:prstGeom>
          <a:noFill/>
          <a:ln>
            <a:noFill/>
          </a:ln>
        </p:spPr>
      </p:sp>
      <p:sp>
        <p:nvSpPr>
          <p:cNvPr id="43" name="Google Shape;43;p11"/>
          <p:cNvSpPr txBox="1">
            <a:spLocks noGrp="1"/>
          </p:cNvSpPr>
          <p:nvPr>
            <p:ph type="sldNum" idx="12"/>
          </p:nvPr>
        </p:nvSpPr>
        <p:spPr>
          <a:xfrm>
            <a:off x="6079187" y="13007761"/>
            <a:ext cx="529931" cy="550759"/>
          </a:xfrm>
          <a:prstGeom prst="rect">
            <a:avLst/>
          </a:prstGeom>
          <a:noFill/>
          <a:ln>
            <a:noFill/>
          </a:ln>
        </p:spPr>
        <p:txBody>
          <a:bodyPr spcFirstLastPara="1" wrap="square" lIns="46775" tIns="46775" rIns="46775" bIns="46775" anchor="t" anchorCtr="0">
            <a:spAutoFit/>
          </a:bodyPr>
          <a:lstStyle>
            <a:lvl1pPr marL="0" lvl="0" indent="0" algn="ctr">
              <a:lnSpc>
                <a:spcPct val="100000"/>
              </a:lnSpc>
              <a:spcBef>
                <a:spcPts val="0"/>
              </a:spcBef>
              <a:spcAft>
                <a:spcPts val="0"/>
              </a:spcAft>
              <a:buClr>
                <a:srgbClr val="000000"/>
              </a:buClr>
              <a:buSzPts val="3000"/>
              <a:buFont typeface="Helvetica Neue Light"/>
              <a:buNone/>
              <a:defRPr sz="3000"/>
            </a:lvl1pPr>
            <a:lvl2pPr marL="0" lvl="1" indent="0" algn="ctr">
              <a:lnSpc>
                <a:spcPct val="100000"/>
              </a:lnSpc>
              <a:spcBef>
                <a:spcPts val="0"/>
              </a:spcBef>
              <a:spcAft>
                <a:spcPts val="0"/>
              </a:spcAft>
              <a:buClr>
                <a:srgbClr val="000000"/>
              </a:buClr>
              <a:buSzPts val="3000"/>
              <a:buFont typeface="Helvetica Neue Light"/>
              <a:buNone/>
              <a:defRPr sz="3000"/>
            </a:lvl2pPr>
            <a:lvl3pPr marL="0" lvl="2" indent="0" algn="ctr">
              <a:lnSpc>
                <a:spcPct val="100000"/>
              </a:lnSpc>
              <a:spcBef>
                <a:spcPts val="0"/>
              </a:spcBef>
              <a:spcAft>
                <a:spcPts val="0"/>
              </a:spcAft>
              <a:buClr>
                <a:srgbClr val="000000"/>
              </a:buClr>
              <a:buSzPts val="3000"/>
              <a:buFont typeface="Helvetica Neue Light"/>
              <a:buNone/>
              <a:defRPr sz="3000"/>
            </a:lvl3pPr>
            <a:lvl4pPr marL="0" lvl="3" indent="0" algn="ctr">
              <a:lnSpc>
                <a:spcPct val="100000"/>
              </a:lnSpc>
              <a:spcBef>
                <a:spcPts val="0"/>
              </a:spcBef>
              <a:spcAft>
                <a:spcPts val="0"/>
              </a:spcAft>
              <a:buClr>
                <a:srgbClr val="000000"/>
              </a:buClr>
              <a:buSzPts val="3000"/>
              <a:buFont typeface="Helvetica Neue Light"/>
              <a:buNone/>
              <a:defRPr sz="3000"/>
            </a:lvl4pPr>
            <a:lvl5pPr marL="0" lvl="4" indent="0" algn="ctr">
              <a:lnSpc>
                <a:spcPct val="100000"/>
              </a:lnSpc>
              <a:spcBef>
                <a:spcPts val="0"/>
              </a:spcBef>
              <a:spcAft>
                <a:spcPts val="0"/>
              </a:spcAft>
              <a:buClr>
                <a:srgbClr val="000000"/>
              </a:buClr>
              <a:buSzPts val="3000"/>
              <a:buFont typeface="Helvetica Neue Light"/>
              <a:buNone/>
              <a:defRPr sz="3000"/>
            </a:lvl5pPr>
            <a:lvl6pPr marL="0" lvl="5" indent="0" algn="ctr">
              <a:lnSpc>
                <a:spcPct val="100000"/>
              </a:lnSpc>
              <a:spcBef>
                <a:spcPts val="0"/>
              </a:spcBef>
              <a:spcAft>
                <a:spcPts val="0"/>
              </a:spcAft>
              <a:buClr>
                <a:srgbClr val="000000"/>
              </a:buClr>
              <a:buSzPts val="3000"/>
              <a:buFont typeface="Helvetica Neue Light"/>
              <a:buNone/>
              <a:defRPr sz="3000"/>
            </a:lvl6pPr>
            <a:lvl7pPr marL="0" lvl="6" indent="0" algn="ctr">
              <a:lnSpc>
                <a:spcPct val="100000"/>
              </a:lnSpc>
              <a:spcBef>
                <a:spcPts val="0"/>
              </a:spcBef>
              <a:spcAft>
                <a:spcPts val="0"/>
              </a:spcAft>
              <a:buClr>
                <a:srgbClr val="000000"/>
              </a:buClr>
              <a:buSzPts val="3000"/>
              <a:buFont typeface="Helvetica Neue Light"/>
              <a:buNone/>
              <a:defRPr sz="3000"/>
            </a:lvl7pPr>
            <a:lvl8pPr marL="0" lvl="7" indent="0" algn="ctr">
              <a:lnSpc>
                <a:spcPct val="100000"/>
              </a:lnSpc>
              <a:spcBef>
                <a:spcPts val="0"/>
              </a:spcBef>
              <a:spcAft>
                <a:spcPts val="0"/>
              </a:spcAft>
              <a:buClr>
                <a:srgbClr val="000000"/>
              </a:buClr>
              <a:buSzPts val="3000"/>
              <a:buFont typeface="Helvetica Neue Light"/>
              <a:buNone/>
              <a:defRPr sz="3000"/>
            </a:lvl8pPr>
            <a:lvl9pPr marL="0" lvl="8" indent="0" algn="ctr">
              <a:lnSpc>
                <a:spcPct val="100000"/>
              </a:lnSpc>
              <a:spcBef>
                <a:spcPts val="0"/>
              </a:spcBef>
              <a:spcAft>
                <a:spcPts val="0"/>
              </a:spcAft>
              <a:buClr>
                <a:srgbClr val="000000"/>
              </a:buClr>
              <a:buSzPts val="3000"/>
              <a:buFont typeface="Helvetica Neue Light"/>
              <a:buNone/>
              <a:defRPr sz="3000"/>
            </a:lvl9pPr>
          </a:lstStyle>
          <a:p>
            <a:pPr marL="0" lvl="0" indent="0" algn="ct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44"/>
        <p:cNvGrpSpPr/>
        <p:nvPr/>
      </p:nvGrpSpPr>
      <p:grpSpPr>
        <a:xfrm>
          <a:off x="0" y="0"/>
          <a:ext cx="0" cy="0"/>
          <a:chOff x="0" y="0"/>
          <a:chExt cx="0" cy="0"/>
        </a:xfrm>
      </p:grpSpPr>
      <p:sp>
        <p:nvSpPr>
          <p:cNvPr id="45" name="Google Shape;45;p12"/>
          <p:cNvSpPr txBox="1">
            <a:spLocks noGrp="1"/>
          </p:cNvSpPr>
          <p:nvPr>
            <p:ph type="body" idx="1"/>
          </p:nvPr>
        </p:nvSpPr>
        <p:spPr>
          <a:xfrm>
            <a:off x="1531738" y="10347192"/>
            <a:ext cx="9636523" cy="728559"/>
          </a:xfrm>
          <a:prstGeom prst="rect">
            <a:avLst/>
          </a:prstGeom>
          <a:noFill/>
          <a:ln>
            <a:noFill/>
          </a:ln>
        </p:spPr>
        <p:txBody>
          <a:bodyPr spcFirstLastPara="1" wrap="square" lIns="46775" tIns="46775" rIns="46775" bIns="46775" anchor="t" anchorCtr="0">
            <a:spAutoFit/>
          </a:bodyPr>
          <a:lstStyle>
            <a:lvl1pPr marL="457200" lvl="0" indent="-228600" algn="ctr">
              <a:lnSpc>
                <a:spcPct val="100000"/>
              </a:lnSpc>
              <a:spcBef>
                <a:spcPts val="0"/>
              </a:spcBef>
              <a:spcAft>
                <a:spcPts val="0"/>
              </a:spcAft>
              <a:buClr>
                <a:srgbClr val="000000"/>
              </a:buClr>
              <a:buSzPts val="4200"/>
              <a:buFont typeface="Helvetica Neue"/>
              <a:buNone/>
              <a:defRPr sz="4200">
                <a:latin typeface="Helvetica Neue"/>
                <a:ea typeface="Helvetica Neue"/>
                <a:cs typeface="Helvetica Neue"/>
                <a:sym typeface="Helvetica Neue"/>
              </a:defRPr>
            </a:lvl1pPr>
            <a:lvl2pPr marL="914400" lvl="1" indent="-314325" algn="l">
              <a:lnSpc>
                <a:spcPct val="100000"/>
              </a:lnSpc>
              <a:spcBef>
                <a:spcPts val="7700"/>
              </a:spcBef>
              <a:spcAft>
                <a:spcPts val="0"/>
              </a:spcAft>
              <a:buClr>
                <a:srgbClr val="000000"/>
              </a:buClr>
              <a:buSzPts val="1350"/>
              <a:buChar char="•"/>
              <a:defRPr/>
            </a:lvl2pPr>
            <a:lvl3pPr marL="1371600" lvl="2" indent="-314325" algn="l">
              <a:lnSpc>
                <a:spcPct val="100000"/>
              </a:lnSpc>
              <a:spcBef>
                <a:spcPts val="7700"/>
              </a:spcBef>
              <a:spcAft>
                <a:spcPts val="0"/>
              </a:spcAft>
              <a:buClr>
                <a:srgbClr val="000000"/>
              </a:buClr>
              <a:buSzPts val="1350"/>
              <a:buChar char="•"/>
              <a:defRPr/>
            </a:lvl3pPr>
            <a:lvl4pPr marL="1828800" lvl="3" indent="-314325" algn="l">
              <a:lnSpc>
                <a:spcPct val="100000"/>
              </a:lnSpc>
              <a:spcBef>
                <a:spcPts val="7700"/>
              </a:spcBef>
              <a:spcAft>
                <a:spcPts val="0"/>
              </a:spcAft>
              <a:buClr>
                <a:srgbClr val="000000"/>
              </a:buClr>
              <a:buSzPts val="1350"/>
              <a:buChar char="•"/>
              <a:defRPr/>
            </a:lvl4pPr>
            <a:lvl5pPr marL="2286000" lvl="4" indent="-314325" algn="l">
              <a:lnSpc>
                <a:spcPct val="100000"/>
              </a:lnSpc>
              <a:spcBef>
                <a:spcPts val="7700"/>
              </a:spcBef>
              <a:spcAft>
                <a:spcPts val="0"/>
              </a:spcAft>
              <a:buClr>
                <a:srgbClr val="000000"/>
              </a:buClr>
              <a:buSzPts val="1350"/>
              <a:buChar char="•"/>
              <a:defRPr/>
            </a:lvl5pPr>
            <a:lvl6pPr marL="2743200" lvl="5" indent="-314325" algn="l">
              <a:lnSpc>
                <a:spcPct val="100000"/>
              </a:lnSpc>
              <a:spcBef>
                <a:spcPts val="7700"/>
              </a:spcBef>
              <a:spcAft>
                <a:spcPts val="0"/>
              </a:spcAft>
              <a:buClr>
                <a:srgbClr val="000000"/>
              </a:buClr>
              <a:buSzPts val="1350"/>
              <a:buChar char="•"/>
              <a:defRPr/>
            </a:lvl6pPr>
            <a:lvl7pPr marL="3200400" lvl="6" indent="-314325" algn="l">
              <a:lnSpc>
                <a:spcPct val="100000"/>
              </a:lnSpc>
              <a:spcBef>
                <a:spcPts val="7700"/>
              </a:spcBef>
              <a:spcAft>
                <a:spcPts val="0"/>
              </a:spcAft>
              <a:buClr>
                <a:srgbClr val="000000"/>
              </a:buClr>
              <a:buSzPts val="1350"/>
              <a:buChar char="•"/>
              <a:defRPr/>
            </a:lvl7pPr>
            <a:lvl8pPr marL="3657600" lvl="7" indent="-314325" algn="l">
              <a:lnSpc>
                <a:spcPct val="100000"/>
              </a:lnSpc>
              <a:spcBef>
                <a:spcPts val="7700"/>
              </a:spcBef>
              <a:spcAft>
                <a:spcPts val="0"/>
              </a:spcAft>
              <a:buClr>
                <a:srgbClr val="000000"/>
              </a:buClr>
              <a:buSzPts val="1350"/>
              <a:buChar char="•"/>
              <a:defRPr/>
            </a:lvl8pPr>
            <a:lvl9pPr marL="4114800" lvl="8" indent="-314325" algn="l">
              <a:lnSpc>
                <a:spcPct val="100000"/>
              </a:lnSpc>
              <a:spcBef>
                <a:spcPts val="7700"/>
              </a:spcBef>
              <a:spcAft>
                <a:spcPts val="0"/>
              </a:spcAft>
              <a:buClr>
                <a:srgbClr val="000000"/>
              </a:buClr>
              <a:buSzPts val="1350"/>
              <a:buChar char="•"/>
              <a:defRPr/>
            </a:lvl9pPr>
          </a:lstStyle>
          <a:p>
            <a:endParaRPr/>
          </a:p>
        </p:txBody>
      </p:sp>
      <p:sp>
        <p:nvSpPr>
          <p:cNvPr id="46" name="Google Shape;46;p12"/>
          <p:cNvSpPr txBox="1">
            <a:spLocks noGrp="1"/>
          </p:cNvSpPr>
          <p:nvPr>
            <p:ph type="body" idx="2"/>
          </p:nvPr>
        </p:nvSpPr>
        <p:spPr>
          <a:xfrm>
            <a:off x="1531738" y="8184879"/>
            <a:ext cx="9636523" cy="1096860"/>
          </a:xfrm>
          <a:prstGeom prst="rect">
            <a:avLst/>
          </a:prstGeom>
          <a:noFill/>
          <a:ln>
            <a:noFill/>
          </a:ln>
        </p:spPr>
        <p:txBody>
          <a:bodyPr spcFirstLastPara="1" wrap="square" lIns="46775" tIns="46775" rIns="46775" bIns="46775" anchor="ctr" anchorCtr="0">
            <a:spAutoFit/>
          </a:bodyPr>
          <a:lstStyle>
            <a:lvl1pPr marL="457200" lvl="0" indent="-228600" algn="ctr">
              <a:lnSpc>
                <a:spcPct val="100000"/>
              </a:lnSpc>
              <a:spcBef>
                <a:spcPts val="0"/>
              </a:spcBef>
              <a:spcAft>
                <a:spcPts val="0"/>
              </a:spcAft>
              <a:buClr>
                <a:srgbClr val="000000"/>
              </a:buClr>
              <a:buSzPts val="6600"/>
              <a:buFont typeface="Helvetica Neue Light"/>
              <a:buNone/>
              <a:defRPr sz="6600"/>
            </a:lvl1pPr>
            <a:lvl2pPr marL="914400" lvl="1" indent="-314325" algn="l">
              <a:lnSpc>
                <a:spcPct val="100000"/>
              </a:lnSpc>
              <a:spcBef>
                <a:spcPts val="7700"/>
              </a:spcBef>
              <a:spcAft>
                <a:spcPts val="0"/>
              </a:spcAft>
              <a:buClr>
                <a:srgbClr val="000000"/>
              </a:buClr>
              <a:buSzPts val="1350"/>
              <a:buChar char="•"/>
              <a:defRPr/>
            </a:lvl2pPr>
            <a:lvl3pPr marL="1371600" lvl="2" indent="-314325" algn="l">
              <a:lnSpc>
                <a:spcPct val="100000"/>
              </a:lnSpc>
              <a:spcBef>
                <a:spcPts val="7700"/>
              </a:spcBef>
              <a:spcAft>
                <a:spcPts val="0"/>
              </a:spcAft>
              <a:buClr>
                <a:srgbClr val="000000"/>
              </a:buClr>
              <a:buSzPts val="1350"/>
              <a:buChar char="•"/>
              <a:defRPr/>
            </a:lvl3pPr>
            <a:lvl4pPr marL="1828800" lvl="3" indent="-314325" algn="l">
              <a:lnSpc>
                <a:spcPct val="100000"/>
              </a:lnSpc>
              <a:spcBef>
                <a:spcPts val="7700"/>
              </a:spcBef>
              <a:spcAft>
                <a:spcPts val="0"/>
              </a:spcAft>
              <a:buClr>
                <a:srgbClr val="000000"/>
              </a:buClr>
              <a:buSzPts val="1350"/>
              <a:buChar char="•"/>
              <a:defRPr/>
            </a:lvl4pPr>
            <a:lvl5pPr marL="2286000" lvl="4" indent="-314325" algn="l">
              <a:lnSpc>
                <a:spcPct val="100000"/>
              </a:lnSpc>
              <a:spcBef>
                <a:spcPts val="7700"/>
              </a:spcBef>
              <a:spcAft>
                <a:spcPts val="0"/>
              </a:spcAft>
              <a:buClr>
                <a:srgbClr val="000000"/>
              </a:buClr>
              <a:buSzPts val="1350"/>
              <a:buChar char="•"/>
              <a:defRPr/>
            </a:lvl5pPr>
            <a:lvl6pPr marL="2743200" lvl="5" indent="-314325" algn="l">
              <a:lnSpc>
                <a:spcPct val="100000"/>
              </a:lnSpc>
              <a:spcBef>
                <a:spcPts val="7700"/>
              </a:spcBef>
              <a:spcAft>
                <a:spcPts val="0"/>
              </a:spcAft>
              <a:buClr>
                <a:srgbClr val="000000"/>
              </a:buClr>
              <a:buSzPts val="1350"/>
              <a:buChar char="•"/>
              <a:defRPr/>
            </a:lvl6pPr>
            <a:lvl7pPr marL="3200400" lvl="6" indent="-314325" algn="l">
              <a:lnSpc>
                <a:spcPct val="100000"/>
              </a:lnSpc>
              <a:spcBef>
                <a:spcPts val="7700"/>
              </a:spcBef>
              <a:spcAft>
                <a:spcPts val="0"/>
              </a:spcAft>
              <a:buClr>
                <a:srgbClr val="000000"/>
              </a:buClr>
              <a:buSzPts val="1350"/>
              <a:buChar char="•"/>
              <a:defRPr/>
            </a:lvl7pPr>
            <a:lvl8pPr marL="3657600" lvl="7" indent="-314325" algn="l">
              <a:lnSpc>
                <a:spcPct val="100000"/>
              </a:lnSpc>
              <a:spcBef>
                <a:spcPts val="7700"/>
              </a:spcBef>
              <a:spcAft>
                <a:spcPts val="0"/>
              </a:spcAft>
              <a:buClr>
                <a:srgbClr val="000000"/>
              </a:buClr>
              <a:buSzPts val="1350"/>
              <a:buChar char="•"/>
              <a:defRPr/>
            </a:lvl8pPr>
            <a:lvl9pPr marL="4114800" lvl="8" indent="-314325" algn="l">
              <a:lnSpc>
                <a:spcPct val="100000"/>
              </a:lnSpc>
              <a:spcBef>
                <a:spcPts val="7700"/>
              </a:spcBef>
              <a:spcAft>
                <a:spcPts val="0"/>
              </a:spcAft>
              <a:buClr>
                <a:srgbClr val="000000"/>
              </a:buClr>
              <a:buSzPts val="1350"/>
              <a:buChar char="•"/>
              <a:defRPr/>
            </a:lvl9pPr>
          </a:lstStyle>
          <a:p>
            <a:endParaRPr/>
          </a:p>
        </p:txBody>
      </p:sp>
      <p:sp>
        <p:nvSpPr>
          <p:cNvPr id="47" name="Google Shape;47;p12"/>
          <p:cNvSpPr txBox="1">
            <a:spLocks noGrp="1"/>
          </p:cNvSpPr>
          <p:nvPr>
            <p:ph type="sldNum" idx="12"/>
          </p:nvPr>
        </p:nvSpPr>
        <p:spPr>
          <a:xfrm>
            <a:off x="6079187" y="13007761"/>
            <a:ext cx="529931" cy="550759"/>
          </a:xfrm>
          <a:prstGeom prst="rect">
            <a:avLst/>
          </a:prstGeom>
          <a:noFill/>
          <a:ln>
            <a:noFill/>
          </a:ln>
        </p:spPr>
        <p:txBody>
          <a:bodyPr spcFirstLastPara="1" wrap="square" lIns="46775" tIns="46775" rIns="46775" bIns="46775" anchor="t" anchorCtr="0">
            <a:spAutoFit/>
          </a:bodyPr>
          <a:lstStyle>
            <a:lvl1pPr marL="0" lvl="0" indent="0" algn="ctr">
              <a:lnSpc>
                <a:spcPct val="100000"/>
              </a:lnSpc>
              <a:spcBef>
                <a:spcPts val="0"/>
              </a:spcBef>
              <a:spcAft>
                <a:spcPts val="0"/>
              </a:spcAft>
              <a:buClr>
                <a:srgbClr val="000000"/>
              </a:buClr>
              <a:buSzPts val="3000"/>
              <a:buFont typeface="Helvetica Neue Light"/>
              <a:buNone/>
              <a:defRPr sz="3000"/>
            </a:lvl1pPr>
            <a:lvl2pPr marL="0" lvl="1" indent="0" algn="ctr">
              <a:lnSpc>
                <a:spcPct val="100000"/>
              </a:lnSpc>
              <a:spcBef>
                <a:spcPts val="0"/>
              </a:spcBef>
              <a:spcAft>
                <a:spcPts val="0"/>
              </a:spcAft>
              <a:buClr>
                <a:srgbClr val="000000"/>
              </a:buClr>
              <a:buSzPts val="3000"/>
              <a:buFont typeface="Helvetica Neue Light"/>
              <a:buNone/>
              <a:defRPr sz="3000"/>
            </a:lvl2pPr>
            <a:lvl3pPr marL="0" lvl="2" indent="0" algn="ctr">
              <a:lnSpc>
                <a:spcPct val="100000"/>
              </a:lnSpc>
              <a:spcBef>
                <a:spcPts val="0"/>
              </a:spcBef>
              <a:spcAft>
                <a:spcPts val="0"/>
              </a:spcAft>
              <a:buClr>
                <a:srgbClr val="000000"/>
              </a:buClr>
              <a:buSzPts val="3000"/>
              <a:buFont typeface="Helvetica Neue Light"/>
              <a:buNone/>
              <a:defRPr sz="3000"/>
            </a:lvl3pPr>
            <a:lvl4pPr marL="0" lvl="3" indent="0" algn="ctr">
              <a:lnSpc>
                <a:spcPct val="100000"/>
              </a:lnSpc>
              <a:spcBef>
                <a:spcPts val="0"/>
              </a:spcBef>
              <a:spcAft>
                <a:spcPts val="0"/>
              </a:spcAft>
              <a:buClr>
                <a:srgbClr val="000000"/>
              </a:buClr>
              <a:buSzPts val="3000"/>
              <a:buFont typeface="Helvetica Neue Light"/>
              <a:buNone/>
              <a:defRPr sz="3000"/>
            </a:lvl4pPr>
            <a:lvl5pPr marL="0" lvl="4" indent="0" algn="ctr">
              <a:lnSpc>
                <a:spcPct val="100000"/>
              </a:lnSpc>
              <a:spcBef>
                <a:spcPts val="0"/>
              </a:spcBef>
              <a:spcAft>
                <a:spcPts val="0"/>
              </a:spcAft>
              <a:buClr>
                <a:srgbClr val="000000"/>
              </a:buClr>
              <a:buSzPts val="3000"/>
              <a:buFont typeface="Helvetica Neue Light"/>
              <a:buNone/>
              <a:defRPr sz="3000"/>
            </a:lvl5pPr>
            <a:lvl6pPr marL="0" lvl="5" indent="0" algn="ctr">
              <a:lnSpc>
                <a:spcPct val="100000"/>
              </a:lnSpc>
              <a:spcBef>
                <a:spcPts val="0"/>
              </a:spcBef>
              <a:spcAft>
                <a:spcPts val="0"/>
              </a:spcAft>
              <a:buClr>
                <a:srgbClr val="000000"/>
              </a:buClr>
              <a:buSzPts val="3000"/>
              <a:buFont typeface="Helvetica Neue Light"/>
              <a:buNone/>
              <a:defRPr sz="3000"/>
            </a:lvl6pPr>
            <a:lvl7pPr marL="0" lvl="6" indent="0" algn="ctr">
              <a:lnSpc>
                <a:spcPct val="100000"/>
              </a:lnSpc>
              <a:spcBef>
                <a:spcPts val="0"/>
              </a:spcBef>
              <a:spcAft>
                <a:spcPts val="0"/>
              </a:spcAft>
              <a:buClr>
                <a:srgbClr val="000000"/>
              </a:buClr>
              <a:buSzPts val="3000"/>
              <a:buFont typeface="Helvetica Neue Light"/>
              <a:buNone/>
              <a:defRPr sz="3000"/>
            </a:lvl7pPr>
            <a:lvl8pPr marL="0" lvl="7" indent="0" algn="ctr">
              <a:lnSpc>
                <a:spcPct val="100000"/>
              </a:lnSpc>
              <a:spcBef>
                <a:spcPts val="0"/>
              </a:spcBef>
              <a:spcAft>
                <a:spcPts val="0"/>
              </a:spcAft>
              <a:buClr>
                <a:srgbClr val="000000"/>
              </a:buClr>
              <a:buSzPts val="3000"/>
              <a:buFont typeface="Helvetica Neue Light"/>
              <a:buNone/>
              <a:defRPr sz="3000"/>
            </a:lvl8pPr>
            <a:lvl9pPr marL="0" lvl="8" indent="0" algn="ctr">
              <a:lnSpc>
                <a:spcPct val="100000"/>
              </a:lnSpc>
              <a:spcBef>
                <a:spcPts val="0"/>
              </a:spcBef>
              <a:spcAft>
                <a:spcPts val="0"/>
              </a:spcAft>
              <a:buClr>
                <a:srgbClr val="000000"/>
              </a:buClr>
              <a:buSzPts val="3000"/>
              <a:buFont typeface="Helvetica Neue Light"/>
              <a:buNone/>
              <a:defRPr sz="3000"/>
            </a:lvl9pPr>
          </a:lstStyle>
          <a:p>
            <a:pPr marL="0" lvl="0" indent="0" algn="ct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48"/>
        <p:cNvGrpSpPr/>
        <p:nvPr/>
      </p:nvGrpSpPr>
      <p:grpSpPr>
        <a:xfrm>
          <a:off x="0" y="0"/>
          <a:ext cx="0" cy="0"/>
          <a:chOff x="0" y="0"/>
          <a:chExt cx="0" cy="0"/>
        </a:xfrm>
      </p:grpSpPr>
      <p:sp>
        <p:nvSpPr>
          <p:cNvPr id="49" name="Google Shape;49;p13"/>
          <p:cNvSpPr>
            <a:spLocks noGrp="1"/>
          </p:cNvSpPr>
          <p:nvPr>
            <p:ph type="pic" idx="2"/>
          </p:nvPr>
        </p:nvSpPr>
        <p:spPr>
          <a:xfrm>
            <a:off x="-386210" y="4488093"/>
            <a:ext cx="14026464" cy="9355848"/>
          </a:xfrm>
          <a:prstGeom prst="rect">
            <a:avLst/>
          </a:prstGeom>
          <a:noFill/>
          <a:ln>
            <a:noFill/>
          </a:ln>
        </p:spPr>
      </p:sp>
      <p:sp>
        <p:nvSpPr>
          <p:cNvPr id="50" name="Google Shape;50;p13"/>
          <p:cNvSpPr txBox="1">
            <a:spLocks noGrp="1"/>
          </p:cNvSpPr>
          <p:nvPr>
            <p:ph type="sldNum" idx="12"/>
          </p:nvPr>
        </p:nvSpPr>
        <p:spPr>
          <a:xfrm>
            <a:off x="6079187" y="13007761"/>
            <a:ext cx="529931" cy="550759"/>
          </a:xfrm>
          <a:prstGeom prst="rect">
            <a:avLst/>
          </a:prstGeom>
          <a:noFill/>
          <a:ln>
            <a:noFill/>
          </a:ln>
        </p:spPr>
        <p:txBody>
          <a:bodyPr spcFirstLastPara="1" wrap="square" lIns="46775" tIns="46775" rIns="46775" bIns="46775" anchor="t" anchorCtr="0">
            <a:spAutoFit/>
          </a:bodyPr>
          <a:lstStyle>
            <a:lvl1pPr marL="0" lvl="0" indent="0" algn="ctr">
              <a:lnSpc>
                <a:spcPct val="100000"/>
              </a:lnSpc>
              <a:spcBef>
                <a:spcPts val="0"/>
              </a:spcBef>
              <a:spcAft>
                <a:spcPts val="0"/>
              </a:spcAft>
              <a:buClr>
                <a:srgbClr val="000000"/>
              </a:buClr>
              <a:buSzPts val="3000"/>
              <a:buFont typeface="Helvetica Neue Light"/>
              <a:buNone/>
              <a:defRPr sz="3000"/>
            </a:lvl1pPr>
            <a:lvl2pPr marL="0" lvl="1" indent="0" algn="ctr">
              <a:lnSpc>
                <a:spcPct val="100000"/>
              </a:lnSpc>
              <a:spcBef>
                <a:spcPts val="0"/>
              </a:spcBef>
              <a:spcAft>
                <a:spcPts val="0"/>
              </a:spcAft>
              <a:buClr>
                <a:srgbClr val="000000"/>
              </a:buClr>
              <a:buSzPts val="3000"/>
              <a:buFont typeface="Helvetica Neue Light"/>
              <a:buNone/>
              <a:defRPr sz="3000"/>
            </a:lvl2pPr>
            <a:lvl3pPr marL="0" lvl="2" indent="0" algn="ctr">
              <a:lnSpc>
                <a:spcPct val="100000"/>
              </a:lnSpc>
              <a:spcBef>
                <a:spcPts val="0"/>
              </a:spcBef>
              <a:spcAft>
                <a:spcPts val="0"/>
              </a:spcAft>
              <a:buClr>
                <a:srgbClr val="000000"/>
              </a:buClr>
              <a:buSzPts val="3000"/>
              <a:buFont typeface="Helvetica Neue Light"/>
              <a:buNone/>
              <a:defRPr sz="3000"/>
            </a:lvl3pPr>
            <a:lvl4pPr marL="0" lvl="3" indent="0" algn="ctr">
              <a:lnSpc>
                <a:spcPct val="100000"/>
              </a:lnSpc>
              <a:spcBef>
                <a:spcPts val="0"/>
              </a:spcBef>
              <a:spcAft>
                <a:spcPts val="0"/>
              </a:spcAft>
              <a:buClr>
                <a:srgbClr val="000000"/>
              </a:buClr>
              <a:buSzPts val="3000"/>
              <a:buFont typeface="Helvetica Neue Light"/>
              <a:buNone/>
              <a:defRPr sz="3000"/>
            </a:lvl4pPr>
            <a:lvl5pPr marL="0" lvl="4" indent="0" algn="ctr">
              <a:lnSpc>
                <a:spcPct val="100000"/>
              </a:lnSpc>
              <a:spcBef>
                <a:spcPts val="0"/>
              </a:spcBef>
              <a:spcAft>
                <a:spcPts val="0"/>
              </a:spcAft>
              <a:buClr>
                <a:srgbClr val="000000"/>
              </a:buClr>
              <a:buSzPts val="3000"/>
              <a:buFont typeface="Helvetica Neue Light"/>
              <a:buNone/>
              <a:defRPr sz="3000"/>
            </a:lvl5pPr>
            <a:lvl6pPr marL="0" lvl="5" indent="0" algn="ctr">
              <a:lnSpc>
                <a:spcPct val="100000"/>
              </a:lnSpc>
              <a:spcBef>
                <a:spcPts val="0"/>
              </a:spcBef>
              <a:spcAft>
                <a:spcPts val="0"/>
              </a:spcAft>
              <a:buClr>
                <a:srgbClr val="000000"/>
              </a:buClr>
              <a:buSzPts val="3000"/>
              <a:buFont typeface="Helvetica Neue Light"/>
              <a:buNone/>
              <a:defRPr sz="3000"/>
            </a:lvl6pPr>
            <a:lvl7pPr marL="0" lvl="6" indent="0" algn="ctr">
              <a:lnSpc>
                <a:spcPct val="100000"/>
              </a:lnSpc>
              <a:spcBef>
                <a:spcPts val="0"/>
              </a:spcBef>
              <a:spcAft>
                <a:spcPts val="0"/>
              </a:spcAft>
              <a:buClr>
                <a:srgbClr val="000000"/>
              </a:buClr>
              <a:buSzPts val="3000"/>
              <a:buFont typeface="Helvetica Neue Light"/>
              <a:buNone/>
              <a:defRPr sz="3000"/>
            </a:lvl7pPr>
            <a:lvl8pPr marL="0" lvl="7" indent="0" algn="ctr">
              <a:lnSpc>
                <a:spcPct val="100000"/>
              </a:lnSpc>
              <a:spcBef>
                <a:spcPts val="0"/>
              </a:spcBef>
              <a:spcAft>
                <a:spcPts val="0"/>
              </a:spcAft>
              <a:buClr>
                <a:srgbClr val="000000"/>
              </a:buClr>
              <a:buSzPts val="3000"/>
              <a:buFont typeface="Helvetica Neue Light"/>
              <a:buNone/>
              <a:defRPr sz="3000"/>
            </a:lvl8pPr>
            <a:lvl9pPr marL="0" lvl="8" indent="0" algn="ctr">
              <a:lnSpc>
                <a:spcPct val="100000"/>
              </a:lnSpc>
              <a:spcBef>
                <a:spcPts val="0"/>
              </a:spcBef>
              <a:spcAft>
                <a:spcPts val="0"/>
              </a:spcAft>
              <a:buClr>
                <a:srgbClr val="000000"/>
              </a:buClr>
              <a:buSzPts val="3000"/>
              <a:buFont typeface="Helvetica Neue Light"/>
              <a:buNone/>
              <a:defRPr sz="3000"/>
            </a:lvl9pPr>
          </a:lstStyle>
          <a:p>
            <a:pPr marL="0" lvl="0" indent="0" algn="ctr" rtl="0">
              <a:spcBef>
                <a:spcPts val="0"/>
              </a:spcBef>
              <a:spcAft>
                <a:spcPts val="0"/>
              </a:spcAft>
              <a:buNone/>
            </a:pPr>
            <a:fld id="{00000000-1234-1234-1234-123412341234}" type="slidenum">
              <a:rPr lang="en-US"/>
              <a:t>‹#›</a:t>
            </a:fld>
            <a:endParaRPr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51"/>
        <p:cNvGrpSpPr/>
        <p:nvPr/>
      </p:nvGrpSpPr>
      <p:grpSpPr>
        <a:xfrm>
          <a:off x="0" y="0"/>
          <a:ext cx="0" cy="0"/>
          <a:chOff x="0" y="0"/>
          <a:chExt cx="0" cy="0"/>
        </a:xfrm>
      </p:grpSpPr>
      <p:sp>
        <p:nvSpPr>
          <p:cNvPr id="52" name="Google Shape;52;p14"/>
          <p:cNvSpPr txBox="1">
            <a:spLocks noGrp="1"/>
          </p:cNvSpPr>
          <p:nvPr>
            <p:ph type="sldNum" idx="12"/>
          </p:nvPr>
        </p:nvSpPr>
        <p:spPr>
          <a:xfrm>
            <a:off x="6079187" y="13007761"/>
            <a:ext cx="529931" cy="550759"/>
          </a:xfrm>
          <a:prstGeom prst="rect">
            <a:avLst/>
          </a:prstGeom>
          <a:noFill/>
          <a:ln>
            <a:noFill/>
          </a:ln>
        </p:spPr>
        <p:txBody>
          <a:bodyPr spcFirstLastPara="1" wrap="square" lIns="46775" tIns="46775" rIns="46775" bIns="46775" anchor="t" anchorCtr="0">
            <a:spAutoFit/>
          </a:bodyPr>
          <a:lstStyle>
            <a:lvl1pPr marL="0" lvl="0" indent="0" algn="ctr">
              <a:lnSpc>
                <a:spcPct val="100000"/>
              </a:lnSpc>
              <a:spcBef>
                <a:spcPts val="0"/>
              </a:spcBef>
              <a:spcAft>
                <a:spcPts val="0"/>
              </a:spcAft>
              <a:buClr>
                <a:srgbClr val="000000"/>
              </a:buClr>
              <a:buSzPts val="3000"/>
              <a:buFont typeface="Helvetica Neue Light"/>
              <a:buNone/>
              <a:defRPr sz="3000"/>
            </a:lvl1pPr>
            <a:lvl2pPr marL="0" lvl="1" indent="0" algn="ctr">
              <a:lnSpc>
                <a:spcPct val="100000"/>
              </a:lnSpc>
              <a:spcBef>
                <a:spcPts val="0"/>
              </a:spcBef>
              <a:spcAft>
                <a:spcPts val="0"/>
              </a:spcAft>
              <a:buClr>
                <a:srgbClr val="000000"/>
              </a:buClr>
              <a:buSzPts val="3000"/>
              <a:buFont typeface="Helvetica Neue Light"/>
              <a:buNone/>
              <a:defRPr sz="3000"/>
            </a:lvl2pPr>
            <a:lvl3pPr marL="0" lvl="2" indent="0" algn="ctr">
              <a:lnSpc>
                <a:spcPct val="100000"/>
              </a:lnSpc>
              <a:spcBef>
                <a:spcPts val="0"/>
              </a:spcBef>
              <a:spcAft>
                <a:spcPts val="0"/>
              </a:spcAft>
              <a:buClr>
                <a:srgbClr val="000000"/>
              </a:buClr>
              <a:buSzPts val="3000"/>
              <a:buFont typeface="Helvetica Neue Light"/>
              <a:buNone/>
              <a:defRPr sz="3000"/>
            </a:lvl3pPr>
            <a:lvl4pPr marL="0" lvl="3" indent="0" algn="ctr">
              <a:lnSpc>
                <a:spcPct val="100000"/>
              </a:lnSpc>
              <a:spcBef>
                <a:spcPts val="0"/>
              </a:spcBef>
              <a:spcAft>
                <a:spcPts val="0"/>
              </a:spcAft>
              <a:buClr>
                <a:srgbClr val="000000"/>
              </a:buClr>
              <a:buSzPts val="3000"/>
              <a:buFont typeface="Helvetica Neue Light"/>
              <a:buNone/>
              <a:defRPr sz="3000"/>
            </a:lvl4pPr>
            <a:lvl5pPr marL="0" lvl="4" indent="0" algn="ctr">
              <a:lnSpc>
                <a:spcPct val="100000"/>
              </a:lnSpc>
              <a:spcBef>
                <a:spcPts val="0"/>
              </a:spcBef>
              <a:spcAft>
                <a:spcPts val="0"/>
              </a:spcAft>
              <a:buClr>
                <a:srgbClr val="000000"/>
              </a:buClr>
              <a:buSzPts val="3000"/>
              <a:buFont typeface="Helvetica Neue Light"/>
              <a:buNone/>
              <a:defRPr sz="3000"/>
            </a:lvl5pPr>
            <a:lvl6pPr marL="0" lvl="5" indent="0" algn="ctr">
              <a:lnSpc>
                <a:spcPct val="100000"/>
              </a:lnSpc>
              <a:spcBef>
                <a:spcPts val="0"/>
              </a:spcBef>
              <a:spcAft>
                <a:spcPts val="0"/>
              </a:spcAft>
              <a:buClr>
                <a:srgbClr val="000000"/>
              </a:buClr>
              <a:buSzPts val="3000"/>
              <a:buFont typeface="Helvetica Neue Light"/>
              <a:buNone/>
              <a:defRPr sz="3000"/>
            </a:lvl6pPr>
            <a:lvl7pPr marL="0" lvl="6" indent="0" algn="ctr">
              <a:lnSpc>
                <a:spcPct val="100000"/>
              </a:lnSpc>
              <a:spcBef>
                <a:spcPts val="0"/>
              </a:spcBef>
              <a:spcAft>
                <a:spcPts val="0"/>
              </a:spcAft>
              <a:buClr>
                <a:srgbClr val="000000"/>
              </a:buClr>
              <a:buSzPts val="3000"/>
              <a:buFont typeface="Helvetica Neue Light"/>
              <a:buNone/>
              <a:defRPr sz="3000"/>
            </a:lvl7pPr>
            <a:lvl8pPr marL="0" lvl="7" indent="0" algn="ctr">
              <a:lnSpc>
                <a:spcPct val="100000"/>
              </a:lnSpc>
              <a:spcBef>
                <a:spcPts val="0"/>
              </a:spcBef>
              <a:spcAft>
                <a:spcPts val="0"/>
              </a:spcAft>
              <a:buClr>
                <a:srgbClr val="000000"/>
              </a:buClr>
              <a:buSzPts val="3000"/>
              <a:buFont typeface="Helvetica Neue Light"/>
              <a:buNone/>
              <a:defRPr sz="3000"/>
            </a:lvl8pPr>
            <a:lvl9pPr marL="0" lvl="8" indent="0" algn="ctr">
              <a:lnSpc>
                <a:spcPct val="100000"/>
              </a:lnSpc>
              <a:spcBef>
                <a:spcPts val="0"/>
              </a:spcBef>
              <a:spcAft>
                <a:spcPts val="0"/>
              </a:spcAft>
              <a:buClr>
                <a:srgbClr val="000000"/>
              </a:buClr>
              <a:buSzPts val="3000"/>
              <a:buFont typeface="Helvetica Neue Light"/>
              <a:buNone/>
              <a:defRPr sz="3000"/>
            </a:lvl9pPr>
          </a:lstStyle>
          <a:p>
            <a:pPr marL="0" lvl="0" indent="0" algn="ctr" rtl="0">
              <a:spcBef>
                <a:spcPts val="0"/>
              </a:spcBef>
              <a:spcAft>
                <a:spcPts val="0"/>
              </a:spcAft>
              <a:buNone/>
            </a:pPr>
            <a:fld id="{00000000-1234-1234-1234-123412341234}" type="slidenum">
              <a:rPr lang="en-US"/>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2"/>
          <p:cNvSpPr txBox="1">
            <a:spLocks noGrp="1"/>
          </p:cNvSpPr>
          <p:nvPr>
            <p:ph type="title"/>
          </p:nvPr>
        </p:nvSpPr>
        <p:spPr>
          <a:xfrm>
            <a:off x="1239368" y="4897411"/>
            <a:ext cx="10221263" cy="1988119"/>
          </a:xfrm>
          <a:prstGeom prst="rect">
            <a:avLst/>
          </a:prstGeom>
          <a:noFill/>
          <a:ln>
            <a:noFill/>
          </a:ln>
        </p:spPr>
        <p:txBody>
          <a:bodyPr spcFirstLastPara="1" wrap="square" lIns="46775" tIns="46775" rIns="46775" bIns="46775" anchor="ctr" anchorCtr="0">
            <a:normAutofit/>
          </a:bodyPr>
          <a:lstStyle>
            <a:lvl1pPr marR="0" lvl="0" algn="ctr" rtl="0">
              <a:lnSpc>
                <a:spcPct val="100000"/>
              </a:lnSpc>
              <a:spcBef>
                <a:spcPts val="0"/>
              </a:spcBef>
              <a:spcAft>
                <a:spcPts val="0"/>
              </a:spcAft>
              <a:buClr>
                <a:srgbClr val="000000"/>
              </a:buClr>
              <a:buSzPts val="14600"/>
              <a:buFont typeface="Helvetica Neue Light"/>
              <a:buNone/>
              <a:defRPr sz="14600" b="0" i="0" u="none" strike="noStrike" cap="none">
                <a:solidFill>
                  <a:srgbClr val="000000"/>
                </a:solidFill>
                <a:latin typeface="Helvetica Neue Light"/>
                <a:ea typeface="Helvetica Neue Light"/>
                <a:cs typeface="Helvetica Neue Light"/>
                <a:sym typeface="Helvetica Neue Light"/>
              </a:defRPr>
            </a:lvl1pPr>
            <a:lvl2pPr marR="0" lvl="1" algn="ctr" rtl="0">
              <a:lnSpc>
                <a:spcPct val="100000"/>
              </a:lnSpc>
              <a:spcBef>
                <a:spcPts val="0"/>
              </a:spcBef>
              <a:spcAft>
                <a:spcPts val="0"/>
              </a:spcAft>
              <a:buClr>
                <a:srgbClr val="000000"/>
              </a:buClr>
              <a:buSzPts val="14600"/>
              <a:buFont typeface="Helvetica Neue Light"/>
              <a:buNone/>
              <a:defRPr sz="14600" b="0" i="0" u="none" strike="noStrike" cap="none">
                <a:solidFill>
                  <a:srgbClr val="000000"/>
                </a:solidFill>
                <a:latin typeface="Helvetica Neue Light"/>
                <a:ea typeface="Helvetica Neue Light"/>
                <a:cs typeface="Helvetica Neue Light"/>
                <a:sym typeface="Helvetica Neue Light"/>
              </a:defRPr>
            </a:lvl2pPr>
            <a:lvl3pPr marR="0" lvl="2" algn="ctr" rtl="0">
              <a:lnSpc>
                <a:spcPct val="100000"/>
              </a:lnSpc>
              <a:spcBef>
                <a:spcPts val="0"/>
              </a:spcBef>
              <a:spcAft>
                <a:spcPts val="0"/>
              </a:spcAft>
              <a:buClr>
                <a:srgbClr val="000000"/>
              </a:buClr>
              <a:buSzPts val="14600"/>
              <a:buFont typeface="Helvetica Neue Light"/>
              <a:buNone/>
              <a:defRPr sz="14600" b="0" i="0" u="none" strike="noStrike" cap="none">
                <a:solidFill>
                  <a:srgbClr val="000000"/>
                </a:solidFill>
                <a:latin typeface="Helvetica Neue Light"/>
                <a:ea typeface="Helvetica Neue Light"/>
                <a:cs typeface="Helvetica Neue Light"/>
                <a:sym typeface="Helvetica Neue Light"/>
              </a:defRPr>
            </a:lvl3pPr>
            <a:lvl4pPr marR="0" lvl="3" algn="ctr" rtl="0">
              <a:lnSpc>
                <a:spcPct val="100000"/>
              </a:lnSpc>
              <a:spcBef>
                <a:spcPts val="0"/>
              </a:spcBef>
              <a:spcAft>
                <a:spcPts val="0"/>
              </a:spcAft>
              <a:buClr>
                <a:srgbClr val="000000"/>
              </a:buClr>
              <a:buSzPts val="14600"/>
              <a:buFont typeface="Helvetica Neue Light"/>
              <a:buNone/>
              <a:defRPr sz="14600" b="0" i="0" u="none" strike="noStrike" cap="none">
                <a:solidFill>
                  <a:srgbClr val="000000"/>
                </a:solidFill>
                <a:latin typeface="Helvetica Neue Light"/>
                <a:ea typeface="Helvetica Neue Light"/>
                <a:cs typeface="Helvetica Neue Light"/>
                <a:sym typeface="Helvetica Neue Light"/>
              </a:defRPr>
            </a:lvl4pPr>
            <a:lvl5pPr marR="0" lvl="4" algn="ctr" rtl="0">
              <a:lnSpc>
                <a:spcPct val="100000"/>
              </a:lnSpc>
              <a:spcBef>
                <a:spcPts val="0"/>
              </a:spcBef>
              <a:spcAft>
                <a:spcPts val="0"/>
              </a:spcAft>
              <a:buClr>
                <a:srgbClr val="000000"/>
              </a:buClr>
              <a:buSzPts val="14600"/>
              <a:buFont typeface="Helvetica Neue Light"/>
              <a:buNone/>
              <a:defRPr sz="14600" b="0" i="0" u="none" strike="noStrike" cap="none">
                <a:solidFill>
                  <a:srgbClr val="000000"/>
                </a:solidFill>
                <a:latin typeface="Helvetica Neue Light"/>
                <a:ea typeface="Helvetica Neue Light"/>
                <a:cs typeface="Helvetica Neue Light"/>
                <a:sym typeface="Helvetica Neue Light"/>
              </a:defRPr>
            </a:lvl5pPr>
            <a:lvl6pPr marR="0" lvl="5" algn="ctr" rtl="0">
              <a:lnSpc>
                <a:spcPct val="100000"/>
              </a:lnSpc>
              <a:spcBef>
                <a:spcPts val="0"/>
              </a:spcBef>
              <a:spcAft>
                <a:spcPts val="0"/>
              </a:spcAft>
              <a:buClr>
                <a:srgbClr val="000000"/>
              </a:buClr>
              <a:buSzPts val="14600"/>
              <a:buFont typeface="Helvetica Neue Light"/>
              <a:buNone/>
              <a:defRPr sz="14600" b="0" i="0" u="none" strike="noStrike" cap="none">
                <a:solidFill>
                  <a:srgbClr val="000000"/>
                </a:solidFill>
                <a:latin typeface="Helvetica Neue Light"/>
                <a:ea typeface="Helvetica Neue Light"/>
                <a:cs typeface="Helvetica Neue Light"/>
                <a:sym typeface="Helvetica Neue Light"/>
              </a:defRPr>
            </a:lvl6pPr>
            <a:lvl7pPr marR="0" lvl="6" algn="ctr" rtl="0">
              <a:lnSpc>
                <a:spcPct val="100000"/>
              </a:lnSpc>
              <a:spcBef>
                <a:spcPts val="0"/>
              </a:spcBef>
              <a:spcAft>
                <a:spcPts val="0"/>
              </a:spcAft>
              <a:buClr>
                <a:srgbClr val="000000"/>
              </a:buClr>
              <a:buSzPts val="14600"/>
              <a:buFont typeface="Helvetica Neue Light"/>
              <a:buNone/>
              <a:defRPr sz="14600" b="0" i="0" u="none" strike="noStrike" cap="none">
                <a:solidFill>
                  <a:srgbClr val="000000"/>
                </a:solidFill>
                <a:latin typeface="Helvetica Neue Light"/>
                <a:ea typeface="Helvetica Neue Light"/>
                <a:cs typeface="Helvetica Neue Light"/>
                <a:sym typeface="Helvetica Neue Light"/>
              </a:defRPr>
            </a:lvl7pPr>
            <a:lvl8pPr marR="0" lvl="7" algn="ctr" rtl="0">
              <a:lnSpc>
                <a:spcPct val="100000"/>
              </a:lnSpc>
              <a:spcBef>
                <a:spcPts val="0"/>
              </a:spcBef>
              <a:spcAft>
                <a:spcPts val="0"/>
              </a:spcAft>
              <a:buClr>
                <a:srgbClr val="000000"/>
              </a:buClr>
              <a:buSzPts val="14600"/>
              <a:buFont typeface="Helvetica Neue Light"/>
              <a:buNone/>
              <a:defRPr sz="14600" b="0" i="0" u="none" strike="noStrike" cap="none">
                <a:solidFill>
                  <a:srgbClr val="000000"/>
                </a:solidFill>
                <a:latin typeface="Helvetica Neue Light"/>
                <a:ea typeface="Helvetica Neue Light"/>
                <a:cs typeface="Helvetica Neue Light"/>
                <a:sym typeface="Helvetica Neue Light"/>
              </a:defRPr>
            </a:lvl8pPr>
            <a:lvl9pPr marR="0" lvl="8" algn="ctr" rtl="0">
              <a:lnSpc>
                <a:spcPct val="100000"/>
              </a:lnSpc>
              <a:spcBef>
                <a:spcPts val="0"/>
              </a:spcBef>
              <a:spcAft>
                <a:spcPts val="0"/>
              </a:spcAft>
              <a:buClr>
                <a:srgbClr val="000000"/>
              </a:buClr>
              <a:buSzPts val="14600"/>
              <a:buFont typeface="Helvetica Neue Light"/>
              <a:buNone/>
              <a:defRPr sz="146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7" name="Google Shape;7;p2"/>
          <p:cNvSpPr txBox="1">
            <a:spLocks noGrp="1"/>
          </p:cNvSpPr>
          <p:nvPr>
            <p:ph type="body" idx="1"/>
          </p:nvPr>
        </p:nvSpPr>
        <p:spPr>
          <a:xfrm>
            <a:off x="1239368" y="6885529"/>
            <a:ext cx="10221263" cy="5788931"/>
          </a:xfrm>
          <a:prstGeom prst="rect">
            <a:avLst/>
          </a:prstGeom>
          <a:noFill/>
          <a:ln>
            <a:noFill/>
          </a:ln>
        </p:spPr>
        <p:txBody>
          <a:bodyPr spcFirstLastPara="1" wrap="square" lIns="46775" tIns="46775" rIns="46775" bIns="46775" anchor="ctr" anchorCtr="0">
            <a:normAutofit/>
          </a:bodyPr>
          <a:lstStyle>
            <a:lvl1pPr marL="457200" marR="0" lvl="0" indent="-533400" algn="l" rtl="0">
              <a:lnSpc>
                <a:spcPct val="100000"/>
              </a:lnSpc>
              <a:spcBef>
                <a:spcPts val="7700"/>
              </a:spcBef>
              <a:spcAft>
                <a:spcPts val="0"/>
              </a:spcAft>
              <a:buClr>
                <a:srgbClr val="000000"/>
              </a:buClr>
              <a:buSzPts val="4800"/>
              <a:buFont typeface="Helvetica Neue Light"/>
              <a:buChar char="•"/>
              <a:defRPr sz="6400" b="0" i="0" u="none" strike="noStrike" cap="none">
                <a:solidFill>
                  <a:srgbClr val="000000"/>
                </a:solidFill>
                <a:latin typeface="Helvetica Neue Light"/>
                <a:ea typeface="Helvetica Neue Light"/>
                <a:cs typeface="Helvetica Neue Light"/>
                <a:sym typeface="Helvetica Neue Light"/>
              </a:defRPr>
            </a:lvl1pPr>
            <a:lvl2pPr marL="914400" marR="0" lvl="1" indent="-533400" algn="l" rtl="0">
              <a:lnSpc>
                <a:spcPct val="100000"/>
              </a:lnSpc>
              <a:spcBef>
                <a:spcPts val="7700"/>
              </a:spcBef>
              <a:spcAft>
                <a:spcPts val="0"/>
              </a:spcAft>
              <a:buClr>
                <a:srgbClr val="000000"/>
              </a:buClr>
              <a:buSzPts val="4800"/>
              <a:buFont typeface="Helvetica Neue Light"/>
              <a:buChar char="•"/>
              <a:defRPr sz="6400" b="0" i="0" u="none" strike="noStrike" cap="none">
                <a:solidFill>
                  <a:srgbClr val="000000"/>
                </a:solidFill>
                <a:latin typeface="Helvetica Neue Light"/>
                <a:ea typeface="Helvetica Neue Light"/>
                <a:cs typeface="Helvetica Neue Light"/>
                <a:sym typeface="Helvetica Neue Light"/>
              </a:defRPr>
            </a:lvl2pPr>
            <a:lvl3pPr marL="1371600" marR="0" lvl="2" indent="-533400" algn="l" rtl="0">
              <a:lnSpc>
                <a:spcPct val="100000"/>
              </a:lnSpc>
              <a:spcBef>
                <a:spcPts val="7700"/>
              </a:spcBef>
              <a:spcAft>
                <a:spcPts val="0"/>
              </a:spcAft>
              <a:buClr>
                <a:srgbClr val="000000"/>
              </a:buClr>
              <a:buSzPts val="4800"/>
              <a:buFont typeface="Helvetica Neue Light"/>
              <a:buChar char="•"/>
              <a:defRPr sz="6400" b="0" i="0" u="none" strike="noStrike" cap="none">
                <a:solidFill>
                  <a:srgbClr val="000000"/>
                </a:solidFill>
                <a:latin typeface="Helvetica Neue Light"/>
                <a:ea typeface="Helvetica Neue Light"/>
                <a:cs typeface="Helvetica Neue Light"/>
                <a:sym typeface="Helvetica Neue Light"/>
              </a:defRPr>
            </a:lvl3pPr>
            <a:lvl4pPr marL="1828800" marR="0" lvl="3" indent="-533400" algn="l" rtl="0">
              <a:lnSpc>
                <a:spcPct val="100000"/>
              </a:lnSpc>
              <a:spcBef>
                <a:spcPts val="7700"/>
              </a:spcBef>
              <a:spcAft>
                <a:spcPts val="0"/>
              </a:spcAft>
              <a:buClr>
                <a:srgbClr val="000000"/>
              </a:buClr>
              <a:buSzPts val="4800"/>
              <a:buFont typeface="Helvetica Neue Light"/>
              <a:buChar char="•"/>
              <a:defRPr sz="6400" b="0" i="0" u="none" strike="noStrike" cap="none">
                <a:solidFill>
                  <a:srgbClr val="000000"/>
                </a:solidFill>
                <a:latin typeface="Helvetica Neue Light"/>
                <a:ea typeface="Helvetica Neue Light"/>
                <a:cs typeface="Helvetica Neue Light"/>
                <a:sym typeface="Helvetica Neue Light"/>
              </a:defRPr>
            </a:lvl4pPr>
            <a:lvl5pPr marL="2286000" marR="0" lvl="4" indent="-533400" algn="l" rtl="0">
              <a:lnSpc>
                <a:spcPct val="100000"/>
              </a:lnSpc>
              <a:spcBef>
                <a:spcPts val="7700"/>
              </a:spcBef>
              <a:spcAft>
                <a:spcPts val="0"/>
              </a:spcAft>
              <a:buClr>
                <a:srgbClr val="000000"/>
              </a:buClr>
              <a:buSzPts val="4800"/>
              <a:buFont typeface="Helvetica Neue Light"/>
              <a:buChar char="•"/>
              <a:defRPr sz="6400" b="0" i="0" u="none" strike="noStrike" cap="none">
                <a:solidFill>
                  <a:srgbClr val="000000"/>
                </a:solidFill>
                <a:latin typeface="Helvetica Neue Light"/>
                <a:ea typeface="Helvetica Neue Light"/>
                <a:cs typeface="Helvetica Neue Light"/>
                <a:sym typeface="Helvetica Neue Light"/>
              </a:defRPr>
            </a:lvl5pPr>
            <a:lvl6pPr marL="2743200" marR="0" lvl="5" indent="-533400" algn="l" rtl="0">
              <a:lnSpc>
                <a:spcPct val="100000"/>
              </a:lnSpc>
              <a:spcBef>
                <a:spcPts val="7700"/>
              </a:spcBef>
              <a:spcAft>
                <a:spcPts val="0"/>
              </a:spcAft>
              <a:buClr>
                <a:srgbClr val="000000"/>
              </a:buClr>
              <a:buSzPts val="4800"/>
              <a:buFont typeface="Helvetica Neue Light"/>
              <a:buChar char="•"/>
              <a:defRPr sz="6400" b="0" i="0" u="none" strike="noStrike" cap="none">
                <a:solidFill>
                  <a:srgbClr val="000000"/>
                </a:solidFill>
                <a:latin typeface="Helvetica Neue Light"/>
                <a:ea typeface="Helvetica Neue Light"/>
                <a:cs typeface="Helvetica Neue Light"/>
                <a:sym typeface="Helvetica Neue Light"/>
              </a:defRPr>
            </a:lvl6pPr>
            <a:lvl7pPr marL="3200400" marR="0" lvl="6" indent="-533400" algn="l" rtl="0">
              <a:lnSpc>
                <a:spcPct val="100000"/>
              </a:lnSpc>
              <a:spcBef>
                <a:spcPts val="7700"/>
              </a:spcBef>
              <a:spcAft>
                <a:spcPts val="0"/>
              </a:spcAft>
              <a:buClr>
                <a:srgbClr val="000000"/>
              </a:buClr>
              <a:buSzPts val="4800"/>
              <a:buFont typeface="Helvetica Neue Light"/>
              <a:buChar char="•"/>
              <a:defRPr sz="6400" b="0" i="0" u="none" strike="noStrike" cap="none">
                <a:solidFill>
                  <a:srgbClr val="000000"/>
                </a:solidFill>
                <a:latin typeface="Helvetica Neue Light"/>
                <a:ea typeface="Helvetica Neue Light"/>
                <a:cs typeface="Helvetica Neue Light"/>
                <a:sym typeface="Helvetica Neue Light"/>
              </a:defRPr>
            </a:lvl7pPr>
            <a:lvl8pPr marL="3657600" marR="0" lvl="7" indent="-533400" algn="l" rtl="0">
              <a:lnSpc>
                <a:spcPct val="100000"/>
              </a:lnSpc>
              <a:spcBef>
                <a:spcPts val="7700"/>
              </a:spcBef>
              <a:spcAft>
                <a:spcPts val="0"/>
              </a:spcAft>
              <a:buClr>
                <a:srgbClr val="000000"/>
              </a:buClr>
              <a:buSzPts val="4800"/>
              <a:buFont typeface="Helvetica Neue Light"/>
              <a:buChar char="•"/>
              <a:defRPr sz="6400" b="0" i="0" u="none" strike="noStrike" cap="none">
                <a:solidFill>
                  <a:srgbClr val="000000"/>
                </a:solidFill>
                <a:latin typeface="Helvetica Neue Light"/>
                <a:ea typeface="Helvetica Neue Light"/>
                <a:cs typeface="Helvetica Neue Light"/>
                <a:sym typeface="Helvetica Neue Light"/>
              </a:defRPr>
            </a:lvl8pPr>
            <a:lvl9pPr marL="4114800" marR="0" lvl="8" indent="-533400" algn="l" rtl="0">
              <a:lnSpc>
                <a:spcPct val="100000"/>
              </a:lnSpc>
              <a:spcBef>
                <a:spcPts val="7700"/>
              </a:spcBef>
              <a:spcAft>
                <a:spcPts val="0"/>
              </a:spcAft>
              <a:buClr>
                <a:srgbClr val="000000"/>
              </a:buClr>
              <a:buSzPts val="4800"/>
              <a:buFont typeface="Helvetica Neue Light"/>
              <a:buChar char="•"/>
              <a:defRPr sz="6400" b="0" i="0" u="none" strike="noStrike" cap="none">
                <a:solidFill>
                  <a:srgbClr val="000000"/>
                </a:solidFill>
                <a:latin typeface="Helvetica Neue Light"/>
                <a:ea typeface="Helvetica Neue Light"/>
                <a:cs typeface="Helvetica Neue Light"/>
                <a:sym typeface="Helvetica Neue Light"/>
              </a:defRPr>
            </a:lvl9pPr>
          </a:lstStyle>
          <a:p>
            <a:endParaRPr/>
          </a:p>
        </p:txBody>
      </p:sp>
      <p:sp>
        <p:nvSpPr>
          <p:cNvPr id="8" name="Google Shape;8;p2"/>
          <p:cNvSpPr txBox="1">
            <a:spLocks noGrp="1"/>
          </p:cNvSpPr>
          <p:nvPr>
            <p:ph type="sldNum" idx="12"/>
          </p:nvPr>
        </p:nvSpPr>
        <p:spPr>
          <a:xfrm>
            <a:off x="6079187" y="13007761"/>
            <a:ext cx="529931" cy="550759"/>
          </a:xfrm>
          <a:prstGeom prst="rect">
            <a:avLst/>
          </a:prstGeom>
          <a:noFill/>
          <a:ln>
            <a:noFill/>
          </a:ln>
        </p:spPr>
        <p:txBody>
          <a:bodyPr spcFirstLastPara="1" wrap="square" lIns="46775" tIns="46775" rIns="46775" bIns="46775" anchor="t" anchorCtr="0">
            <a:spAutoFit/>
          </a:bodyPr>
          <a:lstStyle>
            <a:lvl1pPr marL="0" marR="0" lvl="0" indent="0" algn="ctr" rtl="0">
              <a:lnSpc>
                <a:spcPct val="100000"/>
              </a:lnSpc>
              <a:spcBef>
                <a:spcPts val="0"/>
              </a:spcBef>
              <a:spcAft>
                <a:spcPts val="0"/>
              </a:spcAft>
              <a:buClr>
                <a:srgbClr val="000000"/>
              </a:buClr>
              <a:buSzPts val="3000"/>
              <a:buFont typeface="Helvetica Neue Light"/>
              <a:buNone/>
              <a:defRPr sz="30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3000"/>
              <a:buFont typeface="Helvetica Neue Light"/>
              <a:buNone/>
              <a:defRPr sz="30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3000"/>
              <a:buFont typeface="Helvetica Neue Light"/>
              <a:buNone/>
              <a:defRPr sz="30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3000"/>
              <a:buFont typeface="Helvetica Neue Light"/>
              <a:buNone/>
              <a:defRPr sz="30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3000"/>
              <a:buFont typeface="Helvetica Neue Light"/>
              <a:buNone/>
              <a:defRPr sz="30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3000"/>
              <a:buFont typeface="Helvetica Neue Light"/>
              <a:buNone/>
              <a:defRPr sz="30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3000"/>
              <a:buFont typeface="Helvetica Neue Light"/>
              <a:buNone/>
              <a:defRPr sz="30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3000"/>
              <a:buFont typeface="Helvetica Neue Light"/>
              <a:buNone/>
              <a:defRPr sz="30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3000"/>
              <a:buFont typeface="Helvetica Neue Light"/>
              <a:buNone/>
              <a:defRPr sz="30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US"/>
              <a:t>‹#›</a:t>
            </a:fld>
            <a:endParaRPr sz="1400" dirty="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jasmina.panovska-griffiths@queens.ox.ac.uk" TargetMode="External"/><Relationship Id="rId13" Type="http://schemas.openxmlformats.org/officeDocument/2006/relationships/image" Target="../media/image9.png"/><Relationship Id="rId3" Type="http://schemas.openxmlformats.org/officeDocument/2006/relationships/image" Target="../media/image1.png"/><Relationship Id="rId7" Type="http://schemas.openxmlformats.org/officeDocument/2006/relationships/hyperlink" Target="mailto:abian.sturman@st-annes.ox.ac.uk" TargetMode="External"/><Relationship Id="rId12"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3.png"/><Relationship Id="rId10" Type="http://schemas.openxmlformats.org/officeDocument/2006/relationships/image" Target="../media/image6.png"/><Relationship Id="rId4" Type="http://schemas.openxmlformats.org/officeDocument/2006/relationships/image" Target="../media/image2.png"/><Relationship Id="rId9" Type="http://schemas.openxmlformats.org/officeDocument/2006/relationships/image" Target="../media/image5.png"/><Relationship Id="rId1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pic>
        <p:nvPicPr>
          <p:cNvPr id="15" name="Picture 14">
            <a:extLst>
              <a:ext uri="{FF2B5EF4-FFF2-40B4-BE49-F238E27FC236}">
                <a16:creationId xmlns:a16="http://schemas.microsoft.com/office/drawing/2014/main" id="{05BC9876-2EDE-1981-2B2E-8AF7EA9A706D}"/>
              </a:ext>
            </a:extLst>
          </p:cNvPr>
          <p:cNvPicPr>
            <a:picLocks noChangeAspect="1"/>
          </p:cNvPicPr>
          <p:nvPr/>
        </p:nvPicPr>
        <p:blipFill>
          <a:blip r:embed="rId3"/>
          <a:stretch>
            <a:fillRect/>
          </a:stretch>
        </p:blipFill>
        <p:spPr>
          <a:xfrm>
            <a:off x="71704" y="14562193"/>
            <a:ext cx="6311753" cy="2861381"/>
          </a:xfrm>
          <a:prstGeom prst="rect">
            <a:avLst/>
          </a:prstGeom>
          <a:ln>
            <a:solidFill>
              <a:schemeClr val="tx1"/>
            </a:solidFill>
          </a:ln>
        </p:spPr>
      </p:pic>
      <p:pic>
        <p:nvPicPr>
          <p:cNvPr id="61" name="Google Shape;61;p1" descr="Image"/>
          <p:cNvPicPr preferRelativeResize="0"/>
          <p:nvPr/>
        </p:nvPicPr>
        <p:blipFill rotWithShape="1">
          <a:blip r:embed="rId4">
            <a:alphaModFix/>
          </a:blip>
          <a:srcRect/>
          <a:stretch/>
        </p:blipFill>
        <p:spPr>
          <a:xfrm>
            <a:off x="2407898" y="241910"/>
            <a:ext cx="894871" cy="889128"/>
          </a:xfrm>
          <a:prstGeom prst="rect">
            <a:avLst/>
          </a:prstGeom>
          <a:noFill/>
          <a:ln>
            <a:noFill/>
          </a:ln>
        </p:spPr>
      </p:pic>
      <p:grpSp>
        <p:nvGrpSpPr>
          <p:cNvPr id="62" name="Google Shape;62;p1"/>
          <p:cNvGrpSpPr/>
          <p:nvPr/>
        </p:nvGrpSpPr>
        <p:grpSpPr>
          <a:xfrm>
            <a:off x="1396699" y="3136318"/>
            <a:ext cx="3842704" cy="484041"/>
            <a:chOff x="35565" y="882425"/>
            <a:chExt cx="3842702" cy="639900"/>
          </a:xfrm>
        </p:grpSpPr>
        <p:sp>
          <p:nvSpPr>
            <p:cNvPr id="63" name="Google Shape;63;p1"/>
            <p:cNvSpPr/>
            <p:nvPr/>
          </p:nvSpPr>
          <p:spPr>
            <a:xfrm>
              <a:off x="35567" y="882425"/>
              <a:ext cx="3842700" cy="639900"/>
            </a:xfrm>
            <a:prstGeom prst="roundRect">
              <a:avLst>
                <a:gd name="adj" fmla="val 29776"/>
              </a:avLst>
            </a:prstGeom>
            <a:solidFill>
              <a:schemeClr val="accent6">
                <a:lumMod val="60000"/>
                <a:lumOff val="40000"/>
              </a:schemeClr>
            </a:solidFill>
            <a:ln>
              <a:noFill/>
            </a:ln>
            <a:effectLst>
              <a:outerShdw blurRad="25400" dist="12700" dir="5400000" rotWithShape="0">
                <a:srgbClr val="000000">
                  <a:alpha val="49803"/>
                </a:srgbClr>
              </a:outerShdw>
            </a:effectLst>
          </p:spPr>
          <p:txBody>
            <a:bodyPr spcFirstLastPara="1" wrap="square" lIns="46775" tIns="46775" rIns="46775" bIns="46775" anchor="ctr" anchorCtr="0">
              <a:noAutofit/>
            </a:bodyPr>
            <a:lstStyle/>
            <a:p>
              <a:pPr marL="0" marR="0" lvl="0" indent="0" algn="ctr" rtl="0">
                <a:lnSpc>
                  <a:spcPct val="100000"/>
                </a:lnSpc>
                <a:spcBef>
                  <a:spcPts val="0"/>
                </a:spcBef>
                <a:spcAft>
                  <a:spcPts val="0"/>
                </a:spcAft>
                <a:buClr>
                  <a:srgbClr val="FFFFFF"/>
                </a:buClr>
                <a:buSzPts val="4200"/>
                <a:buFont typeface="Helvetica Neue Light"/>
                <a:buNone/>
              </a:pPr>
              <a:endParaRPr lang="en-GB" sz="3200" b="0" i="0" u="none" strike="noStrike" cap="none" dirty="0">
                <a:solidFill>
                  <a:srgbClr val="FFFFFF"/>
                </a:solidFill>
                <a:latin typeface="Helvetica Neue Light"/>
                <a:ea typeface="Helvetica Neue Light"/>
                <a:cs typeface="Helvetica Neue Light"/>
                <a:sym typeface="Helvetica Neue Light"/>
              </a:endParaRPr>
            </a:p>
          </p:txBody>
        </p:sp>
        <p:sp>
          <p:nvSpPr>
            <p:cNvPr id="64" name="Google Shape;64;p1"/>
            <p:cNvSpPr txBox="1"/>
            <p:nvPr/>
          </p:nvSpPr>
          <p:spPr>
            <a:xfrm>
              <a:off x="35565" y="910519"/>
              <a:ext cx="3842701" cy="517800"/>
            </a:xfrm>
            <a:prstGeom prst="rect">
              <a:avLst/>
            </a:prstGeom>
            <a:noFill/>
            <a:ln>
              <a:noFill/>
            </a:ln>
          </p:spPr>
          <p:txBody>
            <a:bodyPr spcFirstLastPara="1" wrap="square" lIns="46775" tIns="46775" rIns="46775" bIns="46775" anchor="ctr" anchorCtr="0">
              <a:noAutofit/>
            </a:bodyPr>
            <a:lstStyle/>
            <a:p>
              <a:pPr marL="0" marR="0" lvl="0" indent="0" algn="ctr" rtl="0">
                <a:lnSpc>
                  <a:spcPct val="100000"/>
                </a:lnSpc>
                <a:spcBef>
                  <a:spcPts val="0"/>
                </a:spcBef>
                <a:spcAft>
                  <a:spcPts val="0"/>
                </a:spcAft>
                <a:buClr>
                  <a:srgbClr val="FFFFFF"/>
                </a:buClr>
                <a:buSzPts val="2500"/>
                <a:buFont typeface="Helvetica Neue"/>
                <a:buNone/>
              </a:pPr>
              <a:r>
                <a:rPr lang="en-GB" sz="2500" b="1" dirty="0">
                  <a:solidFill>
                    <a:schemeClr val="bg1"/>
                  </a:solidFill>
                  <a:latin typeface="Helvetica Neue"/>
                  <a:ea typeface="Helvetica Neue"/>
                  <a:cs typeface="Helvetica Neue"/>
                  <a:sym typeface="Helvetica Neue"/>
                </a:rPr>
                <a:t>Introduction</a:t>
              </a:r>
              <a:endParaRPr lang="en-GB" dirty="0">
                <a:solidFill>
                  <a:schemeClr val="bg1"/>
                </a:solidFill>
              </a:endParaRPr>
            </a:p>
          </p:txBody>
        </p:sp>
      </p:grpSp>
      <p:grpSp>
        <p:nvGrpSpPr>
          <p:cNvPr id="30" name="Google Shape;62;p1">
            <a:extLst>
              <a:ext uri="{FF2B5EF4-FFF2-40B4-BE49-F238E27FC236}">
                <a16:creationId xmlns:a16="http://schemas.microsoft.com/office/drawing/2014/main" id="{9080565B-A728-E14D-91F6-A53CA59BCE18}"/>
              </a:ext>
            </a:extLst>
          </p:cNvPr>
          <p:cNvGrpSpPr/>
          <p:nvPr/>
        </p:nvGrpSpPr>
        <p:grpSpPr>
          <a:xfrm>
            <a:off x="7558610" y="3130446"/>
            <a:ext cx="4213701" cy="517802"/>
            <a:chOff x="-35533" y="882425"/>
            <a:chExt cx="3913800" cy="639900"/>
          </a:xfrm>
        </p:grpSpPr>
        <p:sp>
          <p:nvSpPr>
            <p:cNvPr id="31" name="Google Shape;63;p1">
              <a:extLst>
                <a:ext uri="{FF2B5EF4-FFF2-40B4-BE49-F238E27FC236}">
                  <a16:creationId xmlns:a16="http://schemas.microsoft.com/office/drawing/2014/main" id="{36894D7F-8A0D-8849-AA5B-3D2F61741857}"/>
                </a:ext>
              </a:extLst>
            </p:cNvPr>
            <p:cNvSpPr/>
            <p:nvPr/>
          </p:nvSpPr>
          <p:spPr>
            <a:xfrm>
              <a:off x="35567" y="882425"/>
              <a:ext cx="3842700" cy="639900"/>
            </a:xfrm>
            <a:prstGeom prst="roundRect">
              <a:avLst>
                <a:gd name="adj" fmla="val 29776"/>
              </a:avLst>
            </a:prstGeom>
            <a:solidFill>
              <a:schemeClr val="accent6">
                <a:lumMod val="60000"/>
                <a:lumOff val="40000"/>
              </a:schemeClr>
            </a:solidFill>
            <a:ln>
              <a:noFill/>
            </a:ln>
            <a:effectLst>
              <a:outerShdw blurRad="25400" dist="12700" dir="5400000" rotWithShape="0">
                <a:srgbClr val="000000">
                  <a:alpha val="49803"/>
                </a:srgbClr>
              </a:outerShdw>
            </a:effectLst>
          </p:spPr>
          <p:txBody>
            <a:bodyPr spcFirstLastPara="1" wrap="square" lIns="46775" tIns="46775" rIns="46775" bIns="46775" anchor="ctr" anchorCtr="0">
              <a:noAutofit/>
            </a:bodyPr>
            <a:lstStyle/>
            <a:p>
              <a:pPr marL="0" marR="0" lvl="0" indent="0" algn="ctr" rtl="0">
                <a:lnSpc>
                  <a:spcPct val="100000"/>
                </a:lnSpc>
                <a:spcBef>
                  <a:spcPts val="0"/>
                </a:spcBef>
                <a:spcAft>
                  <a:spcPts val="0"/>
                </a:spcAft>
                <a:buClr>
                  <a:srgbClr val="FFFFFF"/>
                </a:buClr>
                <a:buSzPts val="4200"/>
                <a:buFont typeface="Helvetica Neue Light"/>
                <a:buNone/>
              </a:pPr>
              <a:endParaRPr lang="en-GB" sz="3200" b="0" i="0" u="none" strike="noStrike" cap="none" dirty="0">
                <a:solidFill>
                  <a:srgbClr val="FFFFFF"/>
                </a:solidFill>
                <a:latin typeface="Helvetica Neue Light"/>
                <a:ea typeface="Helvetica Neue Light"/>
                <a:cs typeface="Helvetica Neue Light"/>
                <a:sym typeface="Helvetica Neue Light"/>
              </a:endParaRPr>
            </a:p>
          </p:txBody>
        </p:sp>
        <p:sp>
          <p:nvSpPr>
            <p:cNvPr id="32" name="Google Shape;64;p1">
              <a:extLst>
                <a:ext uri="{FF2B5EF4-FFF2-40B4-BE49-F238E27FC236}">
                  <a16:creationId xmlns:a16="http://schemas.microsoft.com/office/drawing/2014/main" id="{BC98669A-9E97-0848-824C-14BAFBE65675}"/>
                </a:ext>
              </a:extLst>
            </p:cNvPr>
            <p:cNvSpPr txBox="1"/>
            <p:nvPr/>
          </p:nvSpPr>
          <p:spPr>
            <a:xfrm>
              <a:off x="-35533" y="926416"/>
              <a:ext cx="3913800" cy="517800"/>
            </a:xfrm>
            <a:prstGeom prst="rect">
              <a:avLst/>
            </a:prstGeom>
            <a:noFill/>
            <a:ln>
              <a:noFill/>
            </a:ln>
          </p:spPr>
          <p:txBody>
            <a:bodyPr spcFirstLastPara="1" wrap="square" lIns="46775" tIns="46775" rIns="46775" bIns="46775" anchor="ctr" anchorCtr="0">
              <a:noAutofit/>
            </a:bodyPr>
            <a:lstStyle/>
            <a:p>
              <a:pPr marL="0" marR="0" lvl="0" indent="0" algn="ctr" rtl="0">
                <a:lnSpc>
                  <a:spcPct val="100000"/>
                </a:lnSpc>
                <a:spcBef>
                  <a:spcPts val="0"/>
                </a:spcBef>
                <a:spcAft>
                  <a:spcPts val="0"/>
                </a:spcAft>
                <a:buClr>
                  <a:srgbClr val="FFFFFF"/>
                </a:buClr>
                <a:buSzPts val="2500"/>
                <a:buFont typeface="Helvetica Neue"/>
                <a:buNone/>
              </a:pPr>
              <a:r>
                <a:rPr lang="en-GB" sz="2500" b="1" dirty="0">
                  <a:solidFill>
                    <a:schemeClr val="bg1"/>
                  </a:solidFill>
                  <a:latin typeface="Helvetica Neue"/>
                  <a:ea typeface="Helvetica Neue"/>
                  <a:cs typeface="Helvetica Neue"/>
                  <a:sym typeface="Helvetica Neue"/>
                </a:rPr>
                <a:t>Results</a:t>
              </a:r>
              <a:endParaRPr lang="en-GB" dirty="0">
                <a:solidFill>
                  <a:schemeClr val="bg1"/>
                </a:solidFill>
              </a:endParaRPr>
            </a:p>
          </p:txBody>
        </p:sp>
      </p:grpSp>
      <p:grpSp>
        <p:nvGrpSpPr>
          <p:cNvPr id="33" name="Google Shape;62;p1">
            <a:extLst>
              <a:ext uri="{FF2B5EF4-FFF2-40B4-BE49-F238E27FC236}">
                <a16:creationId xmlns:a16="http://schemas.microsoft.com/office/drawing/2014/main" id="{EFE884E2-6BD1-E249-A879-089F548D4FAC}"/>
              </a:ext>
            </a:extLst>
          </p:cNvPr>
          <p:cNvGrpSpPr/>
          <p:nvPr/>
        </p:nvGrpSpPr>
        <p:grpSpPr>
          <a:xfrm>
            <a:off x="1069058" y="8816487"/>
            <a:ext cx="3842704" cy="517802"/>
            <a:chOff x="35565" y="882425"/>
            <a:chExt cx="3842702" cy="639900"/>
          </a:xfrm>
        </p:grpSpPr>
        <p:sp>
          <p:nvSpPr>
            <p:cNvPr id="34" name="Google Shape;63;p1">
              <a:extLst>
                <a:ext uri="{FF2B5EF4-FFF2-40B4-BE49-F238E27FC236}">
                  <a16:creationId xmlns:a16="http://schemas.microsoft.com/office/drawing/2014/main" id="{74A11749-2292-1346-B237-035F45607816}"/>
                </a:ext>
              </a:extLst>
            </p:cNvPr>
            <p:cNvSpPr/>
            <p:nvPr/>
          </p:nvSpPr>
          <p:spPr>
            <a:xfrm>
              <a:off x="35567" y="882425"/>
              <a:ext cx="3842700" cy="639900"/>
            </a:xfrm>
            <a:prstGeom prst="roundRect">
              <a:avLst>
                <a:gd name="adj" fmla="val 29776"/>
              </a:avLst>
            </a:prstGeom>
            <a:solidFill>
              <a:schemeClr val="accent6">
                <a:lumMod val="60000"/>
                <a:lumOff val="40000"/>
              </a:schemeClr>
            </a:solidFill>
            <a:ln>
              <a:noFill/>
            </a:ln>
            <a:effectLst>
              <a:outerShdw blurRad="25400" dist="12700" dir="5400000" rotWithShape="0">
                <a:srgbClr val="000000">
                  <a:alpha val="49803"/>
                </a:srgbClr>
              </a:outerShdw>
            </a:effectLst>
          </p:spPr>
          <p:txBody>
            <a:bodyPr spcFirstLastPara="1" wrap="square" lIns="46775" tIns="46775" rIns="46775" bIns="46775" anchor="ctr" anchorCtr="0">
              <a:noAutofit/>
            </a:bodyPr>
            <a:lstStyle/>
            <a:p>
              <a:pPr marL="0" marR="0" lvl="0" indent="0" algn="ctr" rtl="0">
                <a:lnSpc>
                  <a:spcPct val="100000"/>
                </a:lnSpc>
                <a:spcBef>
                  <a:spcPts val="0"/>
                </a:spcBef>
                <a:spcAft>
                  <a:spcPts val="0"/>
                </a:spcAft>
                <a:buClr>
                  <a:srgbClr val="FFFFFF"/>
                </a:buClr>
                <a:buSzPts val="4200"/>
                <a:buFont typeface="Helvetica Neue Light"/>
                <a:buNone/>
              </a:pPr>
              <a:endParaRPr lang="en-GB" sz="3200" b="0" i="0" u="none" strike="noStrike" cap="none" dirty="0">
                <a:solidFill>
                  <a:srgbClr val="FFFFFF"/>
                </a:solidFill>
                <a:latin typeface="Helvetica Neue Light"/>
                <a:ea typeface="Helvetica Neue Light"/>
                <a:cs typeface="Helvetica Neue Light"/>
                <a:sym typeface="Helvetica Neue Light"/>
              </a:endParaRPr>
            </a:p>
          </p:txBody>
        </p:sp>
        <p:sp>
          <p:nvSpPr>
            <p:cNvPr id="35" name="Google Shape;64;p1">
              <a:extLst>
                <a:ext uri="{FF2B5EF4-FFF2-40B4-BE49-F238E27FC236}">
                  <a16:creationId xmlns:a16="http://schemas.microsoft.com/office/drawing/2014/main" id="{823332C9-3D22-FB40-A562-70EBCFCC7426}"/>
                </a:ext>
              </a:extLst>
            </p:cNvPr>
            <p:cNvSpPr txBox="1"/>
            <p:nvPr/>
          </p:nvSpPr>
          <p:spPr>
            <a:xfrm>
              <a:off x="35565" y="910519"/>
              <a:ext cx="3842700" cy="517800"/>
            </a:xfrm>
            <a:prstGeom prst="rect">
              <a:avLst/>
            </a:prstGeom>
            <a:noFill/>
            <a:ln>
              <a:noFill/>
            </a:ln>
          </p:spPr>
          <p:txBody>
            <a:bodyPr spcFirstLastPara="1" wrap="square" lIns="46775" tIns="46775" rIns="46775" bIns="46775" anchor="ctr" anchorCtr="0">
              <a:noAutofit/>
            </a:bodyPr>
            <a:lstStyle/>
            <a:p>
              <a:pPr marL="0" marR="0" lvl="0" indent="0" algn="ctr" rtl="0">
                <a:lnSpc>
                  <a:spcPct val="100000"/>
                </a:lnSpc>
                <a:spcBef>
                  <a:spcPts val="0"/>
                </a:spcBef>
                <a:spcAft>
                  <a:spcPts val="0"/>
                </a:spcAft>
                <a:buClr>
                  <a:srgbClr val="FFFFFF"/>
                </a:buClr>
                <a:buSzPts val="2500"/>
                <a:buFont typeface="Helvetica Neue"/>
                <a:buNone/>
              </a:pPr>
              <a:r>
                <a:rPr lang="en-GB" sz="2500" b="1" dirty="0">
                  <a:solidFill>
                    <a:schemeClr val="bg1"/>
                  </a:solidFill>
                  <a:latin typeface="Helvetica Neue"/>
                  <a:ea typeface="Helvetica Neue"/>
                  <a:cs typeface="Helvetica Neue"/>
                  <a:sym typeface="Helvetica Neue"/>
                </a:rPr>
                <a:t>Methods</a:t>
              </a:r>
              <a:endParaRPr lang="en-GB" dirty="0">
                <a:solidFill>
                  <a:schemeClr val="bg1"/>
                </a:solidFill>
              </a:endParaRPr>
            </a:p>
          </p:txBody>
        </p:sp>
      </p:grpSp>
      <p:grpSp>
        <p:nvGrpSpPr>
          <p:cNvPr id="76" name="Google Shape;62;p1">
            <a:extLst>
              <a:ext uri="{FF2B5EF4-FFF2-40B4-BE49-F238E27FC236}">
                <a16:creationId xmlns:a16="http://schemas.microsoft.com/office/drawing/2014/main" id="{FA52968D-79F8-4148-9EFF-1478AB683580}"/>
              </a:ext>
            </a:extLst>
          </p:cNvPr>
          <p:cNvGrpSpPr/>
          <p:nvPr/>
        </p:nvGrpSpPr>
        <p:grpSpPr>
          <a:xfrm>
            <a:off x="7364320" y="14425606"/>
            <a:ext cx="4137153" cy="517802"/>
            <a:chOff x="35567" y="882425"/>
            <a:chExt cx="3842700" cy="639900"/>
          </a:xfrm>
        </p:grpSpPr>
        <p:sp>
          <p:nvSpPr>
            <p:cNvPr id="77" name="Google Shape;63;p1">
              <a:extLst>
                <a:ext uri="{FF2B5EF4-FFF2-40B4-BE49-F238E27FC236}">
                  <a16:creationId xmlns:a16="http://schemas.microsoft.com/office/drawing/2014/main" id="{0089AF83-6A2A-6E4C-9346-2DAE301A8E94}"/>
                </a:ext>
              </a:extLst>
            </p:cNvPr>
            <p:cNvSpPr/>
            <p:nvPr/>
          </p:nvSpPr>
          <p:spPr>
            <a:xfrm>
              <a:off x="35567" y="882425"/>
              <a:ext cx="3842700" cy="639900"/>
            </a:xfrm>
            <a:prstGeom prst="roundRect">
              <a:avLst>
                <a:gd name="adj" fmla="val 29776"/>
              </a:avLst>
            </a:prstGeom>
            <a:solidFill>
              <a:schemeClr val="accent6">
                <a:lumMod val="60000"/>
                <a:lumOff val="40000"/>
              </a:schemeClr>
            </a:solidFill>
            <a:ln>
              <a:noFill/>
            </a:ln>
            <a:effectLst>
              <a:outerShdw blurRad="25400" dist="12700" dir="5400000" rotWithShape="0">
                <a:srgbClr val="000000">
                  <a:alpha val="49803"/>
                </a:srgbClr>
              </a:outerShdw>
            </a:effectLst>
          </p:spPr>
          <p:txBody>
            <a:bodyPr spcFirstLastPara="1" wrap="square" lIns="46775" tIns="46775" rIns="46775" bIns="46775" anchor="ctr" anchorCtr="0">
              <a:noAutofit/>
            </a:bodyPr>
            <a:lstStyle/>
            <a:p>
              <a:pPr marL="0" marR="0" lvl="0" indent="0" algn="ctr" rtl="0">
                <a:lnSpc>
                  <a:spcPct val="100000"/>
                </a:lnSpc>
                <a:spcBef>
                  <a:spcPts val="0"/>
                </a:spcBef>
                <a:spcAft>
                  <a:spcPts val="0"/>
                </a:spcAft>
                <a:buClr>
                  <a:srgbClr val="FFFFFF"/>
                </a:buClr>
                <a:buSzPts val="4200"/>
                <a:buFont typeface="Helvetica Neue Light"/>
                <a:buNone/>
              </a:pPr>
              <a:endParaRPr lang="en-GB" sz="3200" b="0" i="0" u="none" strike="noStrike" cap="none" dirty="0">
                <a:solidFill>
                  <a:srgbClr val="FFFFFF"/>
                </a:solidFill>
                <a:latin typeface="Helvetica Neue Light"/>
                <a:ea typeface="Helvetica Neue Light"/>
                <a:cs typeface="Helvetica Neue Light"/>
                <a:sym typeface="Helvetica Neue Light"/>
              </a:endParaRPr>
            </a:p>
          </p:txBody>
        </p:sp>
        <p:sp>
          <p:nvSpPr>
            <p:cNvPr id="78" name="Google Shape;64;p1">
              <a:extLst>
                <a:ext uri="{FF2B5EF4-FFF2-40B4-BE49-F238E27FC236}">
                  <a16:creationId xmlns:a16="http://schemas.microsoft.com/office/drawing/2014/main" id="{0D683CAB-481C-3244-A1B5-63B73C0914A2}"/>
                </a:ext>
              </a:extLst>
            </p:cNvPr>
            <p:cNvSpPr txBox="1"/>
            <p:nvPr/>
          </p:nvSpPr>
          <p:spPr>
            <a:xfrm>
              <a:off x="35567" y="926416"/>
              <a:ext cx="3842700" cy="517800"/>
            </a:xfrm>
            <a:prstGeom prst="rect">
              <a:avLst/>
            </a:prstGeom>
            <a:noFill/>
            <a:ln>
              <a:noFill/>
            </a:ln>
          </p:spPr>
          <p:txBody>
            <a:bodyPr spcFirstLastPara="1" wrap="square" lIns="46775" tIns="46775" rIns="46775" bIns="46775" anchor="ctr" anchorCtr="0">
              <a:noAutofit/>
            </a:bodyPr>
            <a:lstStyle/>
            <a:p>
              <a:pPr marL="0" marR="0" lvl="0" indent="0" algn="ctr" rtl="0">
                <a:lnSpc>
                  <a:spcPct val="100000"/>
                </a:lnSpc>
                <a:spcBef>
                  <a:spcPts val="0"/>
                </a:spcBef>
                <a:spcAft>
                  <a:spcPts val="0"/>
                </a:spcAft>
                <a:buClr>
                  <a:srgbClr val="FFFFFF"/>
                </a:buClr>
                <a:buSzPts val="2500"/>
                <a:buFont typeface="Helvetica Neue"/>
                <a:buNone/>
              </a:pPr>
              <a:r>
                <a:rPr lang="en-GB" sz="2500" b="1" dirty="0">
                  <a:solidFill>
                    <a:schemeClr val="bg1"/>
                  </a:solidFill>
                  <a:latin typeface="Helvetica Neue"/>
                  <a:ea typeface="Helvetica Neue"/>
                  <a:cs typeface="Helvetica Neue"/>
                  <a:sym typeface="Helvetica Neue"/>
                </a:rPr>
                <a:t>Conclusions</a:t>
              </a:r>
              <a:endParaRPr lang="en-GB" dirty="0">
                <a:solidFill>
                  <a:schemeClr val="bg1"/>
                </a:solidFill>
              </a:endParaRPr>
            </a:p>
          </p:txBody>
        </p:sp>
      </p:grpSp>
      <p:pic>
        <p:nvPicPr>
          <p:cNvPr id="12" name="Picture 11">
            <a:extLst>
              <a:ext uri="{FF2B5EF4-FFF2-40B4-BE49-F238E27FC236}">
                <a16:creationId xmlns:a16="http://schemas.microsoft.com/office/drawing/2014/main" id="{B24F76E7-2286-4C45-BA7F-3C4AA37CDD24}"/>
              </a:ext>
            </a:extLst>
          </p:cNvPr>
          <p:cNvPicPr>
            <a:picLocks noChangeAspect="1"/>
          </p:cNvPicPr>
          <p:nvPr/>
        </p:nvPicPr>
        <p:blipFill>
          <a:blip r:embed="rId5"/>
          <a:stretch>
            <a:fillRect/>
          </a:stretch>
        </p:blipFill>
        <p:spPr>
          <a:xfrm>
            <a:off x="352159" y="1271644"/>
            <a:ext cx="797166" cy="785268"/>
          </a:xfrm>
          <a:prstGeom prst="rect">
            <a:avLst/>
          </a:prstGeom>
        </p:spPr>
      </p:pic>
      <p:pic>
        <p:nvPicPr>
          <p:cNvPr id="16" name="Picture 15">
            <a:extLst>
              <a:ext uri="{FF2B5EF4-FFF2-40B4-BE49-F238E27FC236}">
                <a16:creationId xmlns:a16="http://schemas.microsoft.com/office/drawing/2014/main" id="{449927AA-EFDA-8A49-8E67-AC97BDBCE269}"/>
              </a:ext>
            </a:extLst>
          </p:cNvPr>
          <p:cNvPicPr>
            <a:picLocks noChangeAspect="1"/>
          </p:cNvPicPr>
          <p:nvPr/>
        </p:nvPicPr>
        <p:blipFill>
          <a:blip r:embed="rId6"/>
          <a:stretch>
            <a:fillRect/>
          </a:stretch>
        </p:blipFill>
        <p:spPr>
          <a:xfrm>
            <a:off x="224949" y="248612"/>
            <a:ext cx="1848752" cy="875724"/>
          </a:xfrm>
          <a:prstGeom prst="rect">
            <a:avLst/>
          </a:prstGeom>
        </p:spPr>
      </p:pic>
      <p:sp>
        <p:nvSpPr>
          <p:cNvPr id="65" name="Text Box 4">
            <a:extLst>
              <a:ext uri="{FF2B5EF4-FFF2-40B4-BE49-F238E27FC236}">
                <a16:creationId xmlns:a16="http://schemas.microsoft.com/office/drawing/2014/main" id="{F5FBA2CF-3BD4-674C-9D65-11FA50D46660}"/>
              </a:ext>
            </a:extLst>
          </p:cNvPr>
          <p:cNvSpPr txBox="1">
            <a:spLocks noChangeArrowheads="1"/>
          </p:cNvSpPr>
          <p:nvPr/>
        </p:nvSpPr>
        <p:spPr bwMode="auto">
          <a:xfrm>
            <a:off x="3567433" y="205221"/>
            <a:ext cx="9265401" cy="19389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r>
              <a:rPr lang="en-GB" sz="4000" b="1" dirty="0">
                <a:solidFill>
                  <a:schemeClr val="accent6"/>
                </a:solidFill>
                <a:latin typeface="Arial" charset="0"/>
              </a:rPr>
              <a:t>HPV Vaccination Status Should be Considered in Cervical Screening: </a:t>
            </a:r>
          </a:p>
          <a:p>
            <a:r>
              <a:rPr lang="en-GB" sz="4000" b="1" dirty="0">
                <a:solidFill>
                  <a:schemeClr val="accent6"/>
                </a:solidFill>
                <a:latin typeface="Arial" charset="0"/>
              </a:rPr>
              <a:t>A Modelling Study in England</a:t>
            </a:r>
          </a:p>
        </p:txBody>
      </p:sp>
      <p:sp>
        <p:nvSpPr>
          <p:cNvPr id="66" name="Text Box 5">
            <a:extLst>
              <a:ext uri="{FF2B5EF4-FFF2-40B4-BE49-F238E27FC236}">
                <a16:creationId xmlns:a16="http://schemas.microsoft.com/office/drawing/2014/main" id="{1746BAA0-46C7-4F44-B70B-6C1E05133A2D}"/>
              </a:ext>
            </a:extLst>
          </p:cNvPr>
          <p:cNvSpPr txBox="1">
            <a:spLocks noChangeArrowheads="1"/>
          </p:cNvSpPr>
          <p:nvPr/>
        </p:nvSpPr>
        <p:spPr bwMode="auto">
          <a:xfrm>
            <a:off x="361988" y="2247957"/>
            <a:ext cx="11850946"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a:spcBef>
                <a:spcPct val="50000"/>
              </a:spcBef>
            </a:pPr>
            <a:r>
              <a:rPr lang="en-GB" sz="1200" dirty="0">
                <a:solidFill>
                  <a:schemeClr val="accent6"/>
                </a:solidFill>
                <a:latin typeface="Arial" charset="0"/>
              </a:rPr>
              <a:t>Fabian Sturman</a:t>
            </a:r>
            <a:r>
              <a:rPr lang="en-GB" sz="1200" baseline="30000" dirty="0">
                <a:solidFill>
                  <a:schemeClr val="accent6"/>
                </a:solidFill>
                <a:latin typeface="Arial" charset="0"/>
              </a:rPr>
              <a:t>1</a:t>
            </a:r>
            <a:r>
              <a:rPr lang="en-GB" sz="1200" dirty="0">
                <a:solidFill>
                  <a:schemeClr val="accent6"/>
                </a:solidFill>
                <a:latin typeface="Arial" charset="0"/>
              </a:rPr>
              <a:t>, Sophie Keenan</a:t>
            </a:r>
            <a:r>
              <a:rPr lang="en-GB" sz="1200" baseline="30000" dirty="0">
                <a:solidFill>
                  <a:schemeClr val="accent6"/>
                </a:solidFill>
                <a:latin typeface="Arial" charset="0"/>
              </a:rPr>
              <a:t>1</a:t>
            </a:r>
            <a:r>
              <a:rPr lang="en-GB" sz="1200" dirty="0">
                <a:solidFill>
                  <a:schemeClr val="accent6"/>
                </a:solidFill>
                <a:latin typeface="Arial" charset="0"/>
              </a:rPr>
              <a:t>, Kate Soldan</a:t>
            </a:r>
            <a:r>
              <a:rPr lang="en-GB" sz="1200" baseline="30000" dirty="0">
                <a:solidFill>
                  <a:schemeClr val="accent6"/>
                </a:solidFill>
                <a:latin typeface="Arial" charset="0"/>
              </a:rPr>
              <a:t>2</a:t>
            </a:r>
            <a:r>
              <a:rPr lang="en-GB" sz="1200" dirty="0">
                <a:solidFill>
                  <a:schemeClr val="accent6"/>
                </a:solidFill>
                <a:latin typeface="Arial" charset="0"/>
              </a:rPr>
              <a:t>, Robyn Stuart</a:t>
            </a:r>
            <a:r>
              <a:rPr lang="en-GB" sz="1200" baseline="30000" dirty="0">
                <a:solidFill>
                  <a:schemeClr val="accent6"/>
                </a:solidFill>
                <a:latin typeface="Arial" charset="0"/>
              </a:rPr>
              <a:t>3</a:t>
            </a:r>
            <a:r>
              <a:rPr lang="en-GB" sz="1200" dirty="0">
                <a:solidFill>
                  <a:schemeClr val="accent6"/>
                </a:solidFill>
                <a:latin typeface="Arial" charset="0"/>
              </a:rPr>
              <a:t>, Jasmina Panovska-Griffiths</a:t>
            </a:r>
            <a:r>
              <a:rPr lang="en-GB" sz="1200" baseline="30000" dirty="0">
                <a:solidFill>
                  <a:schemeClr val="accent6"/>
                </a:solidFill>
                <a:latin typeface="Arial" charset="0"/>
              </a:rPr>
              <a:t>1</a:t>
            </a:r>
            <a:endParaRPr lang="en-GB" sz="1200" dirty="0">
              <a:solidFill>
                <a:schemeClr val="accent6"/>
              </a:solidFill>
              <a:latin typeface="Arial" charset="0"/>
            </a:endParaRPr>
          </a:p>
          <a:p>
            <a:pPr>
              <a:spcBef>
                <a:spcPct val="50000"/>
              </a:spcBef>
            </a:pPr>
            <a:r>
              <a:rPr lang="en-GB" sz="1200" dirty="0">
                <a:solidFill>
                  <a:schemeClr val="accent6"/>
                </a:solidFill>
                <a:latin typeface="Arial" charset="0"/>
              </a:rPr>
              <a:t> </a:t>
            </a:r>
            <a:r>
              <a:rPr lang="en-GB" sz="1200" baseline="30000" dirty="0">
                <a:solidFill>
                  <a:schemeClr val="accent6"/>
                </a:solidFill>
                <a:latin typeface="Arial" charset="0"/>
              </a:rPr>
              <a:t>1 </a:t>
            </a:r>
            <a:r>
              <a:rPr lang="en-GB" sz="1200" dirty="0">
                <a:solidFill>
                  <a:schemeClr val="accent6"/>
                </a:solidFill>
                <a:latin typeface="Arial" charset="0"/>
              </a:rPr>
              <a:t>University of Oxford, UK; </a:t>
            </a:r>
            <a:r>
              <a:rPr lang="en-GB" sz="1200" baseline="30000" dirty="0">
                <a:solidFill>
                  <a:schemeClr val="accent6"/>
                </a:solidFill>
                <a:latin typeface="Arial" charset="0"/>
              </a:rPr>
              <a:t>2 </a:t>
            </a:r>
            <a:r>
              <a:rPr lang="en-GB" sz="1200" dirty="0">
                <a:solidFill>
                  <a:schemeClr val="accent6"/>
                </a:solidFill>
                <a:latin typeface="Arial" charset="0"/>
              </a:rPr>
              <a:t>UK Health Security Agency, London, UK; </a:t>
            </a:r>
            <a:r>
              <a:rPr lang="en-GB" sz="1200" baseline="30000" dirty="0">
                <a:solidFill>
                  <a:schemeClr val="accent6"/>
                </a:solidFill>
                <a:latin typeface="Arial" charset="0"/>
              </a:rPr>
              <a:t>3 </a:t>
            </a:r>
            <a:r>
              <a:rPr lang="en-GB" sz="1200" dirty="0">
                <a:solidFill>
                  <a:schemeClr val="accent6"/>
                </a:solidFill>
                <a:latin typeface="Arial" charset="0"/>
              </a:rPr>
              <a:t>Institute for Disease Modelling, Gates Foundation, USA</a:t>
            </a:r>
          </a:p>
          <a:p>
            <a:pPr>
              <a:spcBef>
                <a:spcPct val="50000"/>
              </a:spcBef>
            </a:pPr>
            <a:r>
              <a:rPr lang="en-GB" sz="1200" dirty="0">
                <a:solidFill>
                  <a:schemeClr val="accent6"/>
                </a:solidFill>
                <a:latin typeface="Arial" charset="0"/>
                <a:hlinkClick r:id="rId7"/>
              </a:rPr>
              <a:t>fabian.sturman@st-annes.ox.ac.uk</a:t>
            </a:r>
            <a:r>
              <a:rPr lang="en-GB" sz="1200" dirty="0">
                <a:solidFill>
                  <a:schemeClr val="accent6"/>
                </a:solidFill>
                <a:latin typeface="Arial" charset="0"/>
              </a:rPr>
              <a:t>, </a:t>
            </a:r>
            <a:r>
              <a:rPr lang="en-GB" sz="1200" dirty="0">
                <a:solidFill>
                  <a:schemeClr val="accent6"/>
                </a:solidFill>
                <a:latin typeface="Arial" charset="0"/>
                <a:hlinkClick r:id="rId8"/>
              </a:rPr>
              <a:t>jasmina.panovska-griffiths@queens.ox.ac.uk</a:t>
            </a:r>
            <a:r>
              <a:rPr lang="en-GB" sz="1200" dirty="0">
                <a:solidFill>
                  <a:schemeClr val="accent6"/>
                </a:solidFill>
                <a:latin typeface="Arial" charset="0"/>
              </a:rPr>
              <a:t> </a:t>
            </a:r>
          </a:p>
        </p:txBody>
      </p:sp>
      <p:sp>
        <p:nvSpPr>
          <p:cNvPr id="67" name="Text Box 8">
            <a:extLst>
              <a:ext uri="{FF2B5EF4-FFF2-40B4-BE49-F238E27FC236}">
                <a16:creationId xmlns:a16="http://schemas.microsoft.com/office/drawing/2014/main" id="{72F41269-51F7-1A49-B5FD-E9E925B45CEC}"/>
              </a:ext>
            </a:extLst>
          </p:cNvPr>
          <p:cNvSpPr txBox="1">
            <a:spLocks noChangeArrowheads="1"/>
          </p:cNvSpPr>
          <p:nvPr/>
        </p:nvSpPr>
        <p:spPr bwMode="auto">
          <a:xfrm>
            <a:off x="65206" y="3636971"/>
            <a:ext cx="6043373" cy="51081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a:spAutoFit/>
          </a:bodyPr>
          <a:lstStyle/>
          <a:p>
            <a:pPr marL="285750" indent="-285750">
              <a:lnSpc>
                <a:spcPct val="107000"/>
              </a:lnSpc>
              <a:spcAft>
                <a:spcPts val="100"/>
              </a:spcAft>
              <a:buFont typeface="Wingdings" pitchFamily="2" charset="2"/>
              <a:buChar char="Ø"/>
            </a:pPr>
            <a:r>
              <a:rPr lang="en-GB" sz="1200" dirty="0">
                <a:effectLst/>
                <a:latin typeface="Arial" panose="020B0604020202020204" pitchFamily="34" charset="0"/>
                <a:ea typeface="Calibri" panose="020F0502020204030204" pitchFamily="34" charset="0"/>
                <a:cs typeface="Arial" panose="020B0604020202020204" pitchFamily="34" charset="0"/>
              </a:rPr>
              <a:t>Cervical cancer remains a major global health issue, with an estimated 660,000 new cases and 350,000 deaths in 2022. Human Papillomavirus (HPV) is the predominant cause, accounting for c. 95% of cases. </a:t>
            </a:r>
          </a:p>
          <a:p>
            <a:pPr marL="285750" indent="-285750">
              <a:lnSpc>
                <a:spcPct val="107000"/>
              </a:lnSpc>
              <a:spcAft>
                <a:spcPts val="100"/>
              </a:spcAft>
              <a:buFont typeface="Wingdings" pitchFamily="2" charset="2"/>
              <a:buChar char="Ø"/>
            </a:pPr>
            <a:r>
              <a:rPr lang="en-GB" sz="1200" dirty="0">
                <a:effectLst/>
                <a:latin typeface="Arial" panose="020B0604020202020204" pitchFamily="34" charset="0"/>
                <a:ea typeface="Calibri" panose="020F0502020204030204" pitchFamily="34" charset="0"/>
                <a:cs typeface="Arial" panose="020B0604020202020204" pitchFamily="34" charset="0"/>
              </a:rPr>
              <a:t>England implemented a centralised cervical screening programme in the 1980s, with regular adjustments to improve effectiveness. </a:t>
            </a:r>
          </a:p>
          <a:p>
            <a:pPr marL="285750" indent="-285750">
              <a:lnSpc>
                <a:spcPct val="107000"/>
              </a:lnSpc>
              <a:spcAft>
                <a:spcPts val="100"/>
              </a:spcAft>
              <a:buFont typeface="Wingdings" pitchFamily="2" charset="2"/>
              <a:buChar char="Ø"/>
            </a:pPr>
            <a:r>
              <a:rPr lang="en-GB" sz="1200" dirty="0">
                <a:latin typeface="Arial" panose="020B0604020202020204" pitchFamily="34" charset="0"/>
                <a:ea typeface="Calibri" panose="020F0502020204030204" pitchFamily="34" charset="0"/>
                <a:cs typeface="Arial" panose="020B0604020202020204" pitchFamily="34" charset="0"/>
              </a:rPr>
              <a:t>Current screening sees HPV negative (as per last test) women aged 25-65 screened every 5 years for high-risk HPV (</a:t>
            </a:r>
            <a:r>
              <a:rPr lang="en-GB" sz="1200" dirty="0" err="1">
                <a:latin typeface="Arial" panose="020B0604020202020204" pitchFamily="34" charset="0"/>
                <a:ea typeface="Calibri" panose="020F0502020204030204" pitchFamily="34" charset="0"/>
                <a:cs typeface="Arial" panose="020B0604020202020204" pitchFamily="34" charset="0"/>
              </a:rPr>
              <a:t>hrHPV</a:t>
            </a:r>
            <a:r>
              <a:rPr lang="en-GB" sz="1200" dirty="0">
                <a:latin typeface="Arial" panose="020B0604020202020204" pitchFamily="34" charset="0"/>
                <a:ea typeface="Calibri" panose="020F0502020204030204" pitchFamily="34" charset="0"/>
                <a:cs typeface="Arial" panose="020B0604020202020204" pitchFamily="34" charset="0"/>
              </a:rPr>
              <a:t>) genotypes, with follow-up and triage for positive cases.</a:t>
            </a:r>
            <a:endParaRPr lang="en-GB" sz="1200" dirty="0">
              <a:effectLst/>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100"/>
              </a:spcAft>
              <a:buFont typeface="Wingdings" pitchFamily="2" charset="2"/>
              <a:buChar char="Ø"/>
            </a:pPr>
            <a:r>
              <a:rPr lang="en-GB" sz="1200" dirty="0">
                <a:latin typeface="Arial" panose="020B0604020202020204" pitchFamily="34" charset="0"/>
                <a:ea typeface="Calibri" panose="020F0502020204030204" pitchFamily="34" charset="0"/>
                <a:cs typeface="Arial" panose="020B0604020202020204" pitchFamily="34" charset="0"/>
              </a:rPr>
              <a:t>Screening in England has been highly effective; however, we continue to diagnose thousands of new cases annually, with c. 680 deaths a year in England attributable to the disease (ONS, 2025; NHS England, 2025)</a:t>
            </a:r>
            <a:endParaRPr lang="en-GB" sz="1200" dirty="0">
              <a:effectLst/>
              <a:latin typeface="Arial" panose="020B0604020202020204" pitchFamily="34" charset="0"/>
              <a:ea typeface="Calibri" panose="020F0502020204030204" pitchFamily="34" charset="0"/>
              <a:cs typeface="Arial" panose="020B0604020202020204" pitchFamily="34" charset="0"/>
            </a:endParaRPr>
          </a:p>
          <a:p>
            <a:pPr marL="285750" indent="-285750">
              <a:lnSpc>
                <a:spcPct val="107000"/>
              </a:lnSpc>
              <a:spcAft>
                <a:spcPts val="100"/>
              </a:spcAft>
              <a:buFont typeface="Wingdings" pitchFamily="2" charset="2"/>
              <a:buChar char="Ø"/>
            </a:pPr>
            <a:r>
              <a:rPr lang="en-GB" sz="1200" dirty="0">
                <a:latin typeface="Arial" panose="020B0604020202020204" pitchFamily="34" charset="0"/>
                <a:ea typeface="Calibri" panose="020F0502020204030204" pitchFamily="34" charset="0"/>
                <a:cs typeface="Arial" panose="020B0604020202020204" pitchFamily="34" charset="0"/>
              </a:rPr>
              <a:t>England has implemented nationwide HPV vaccination to children aged 12-13 since 2008, with additional nationwide catchup. The first vaccinated women have started screening, and the proportion of screened women who are vaccinated will continue to increase. </a:t>
            </a:r>
          </a:p>
          <a:p>
            <a:pPr marL="285750" indent="-285750">
              <a:lnSpc>
                <a:spcPct val="107000"/>
              </a:lnSpc>
              <a:spcAft>
                <a:spcPts val="100"/>
              </a:spcAft>
              <a:buFont typeface="Wingdings" pitchFamily="2" charset="2"/>
              <a:buChar char="Ø"/>
            </a:pPr>
            <a:r>
              <a:rPr lang="en-GB" sz="1200" dirty="0">
                <a:latin typeface="Arial" panose="020B0604020202020204" pitchFamily="34" charset="0"/>
                <a:ea typeface="Calibri" panose="020F0502020204030204" pitchFamily="34" charset="0"/>
                <a:cs typeface="Arial" panose="020B0604020202020204" pitchFamily="34" charset="0"/>
              </a:rPr>
              <a:t>There is some consensus that vaccinated women may be screened less (e.g. every 10,15,or 20) years, with little-to-no effect on cancer metrics, however, these studies have either focussed on fully-vaccinated subpopulations or have considered screening policies which vary based on an individual’s age (‘cohort’), rather than personal vaccination status.</a:t>
            </a:r>
          </a:p>
          <a:p>
            <a:pPr marL="285750" indent="-285750">
              <a:lnSpc>
                <a:spcPct val="107000"/>
              </a:lnSpc>
              <a:spcAft>
                <a:spcPts val="100"/>
              </a:spcAft>
              <a:buFont typeface="Wingdings" pitchFamily="2" charset="2"/>
              <a:buChar char="Ø"/>
            </a:pPr>
            <a:r>
              <a:rPr lang="en-GB" sz="1200" dirty="0">
                <a:latin typeface="Arial" panose="020B0604020202020204" pitchFamily="34" charset="0"/>
                <a:ea typeface="Calibri" panose="020F0502020204030204" pitchFamily="34" charset="0"/>
                <a:cs typeface="Arial" panose="020B0604020202020204" pitchFamily="34" charset="0"/>
              </a:rPr>
              <a:t>Vaccination uptake have been decreasing, particularly since 2020, and any adjustments to screening must be robust to a range of vaccination levels and be evaluated within a population which is only partially-vaccinated.</a:t>
            </a:r>
          </a:p>
          <a:p>
            <a:pPr marL="285750" lvl="2" indent="-285750">
              <a:lnSpc>
                <a:spcPct val="107000"/>
              </a:lnSpc>
              <a:spcAft>
                <a:spcPts val="100"/>
              </a:spcAft>
              <a:buFont typeface="Wingdings" pitchFamily="2" charset="2"/>
              <a:buChar char="Ø"/>
            </a:pPr>
            <a:r>
              <a:rPr lang="en-GB" sz="1200" dirty="0">
                <a:latin typeface="Arial" panose="020B0604020202020204" pitchFamily="34" charset="0"/>
                <a:ea typeface="Calibri" panose="020F0502020204030204" pitchFamily="34" charset="0"/>
                <a:cs typeface="Arial" panose="020B0604020202020204" pitchFamily="34" charset="0"/>
              </a:rPr>
              <a:t>We investigate whether there is a benefit to individual-level adjustment of cervical screening interval according to vaccination status.</a:t>
            </a:r>
          </a:p>
        </p:txBody>
      </p:sp>
      <p:sp>
        <p:nvSpPr>
          <p:cNvPr id="68" name="TextBox 67">
            <a:extLst>
              <a:ext uri="{FF2B5EF4-FFF2-40B4-BE49-F238E27FC236}">
                <a16:creationId xmlns:a16="http://schemas.microsoft.com/office/drawing/2014/main" id="{E53946A9-F864-7647-AB3C-AF2EF40C0F7C}"/>
              </a:ext>
            </a:extLst>
          </p:cNvPr>
          <p:cNvSpPr txBox="1"/>
          <p:nvPr/>
        </p:nvSpPr>
        <p:spPr>
          <a:xfrm>
            <a:off x="49824" y="9453764"/>
            <a:ext cx="6057197" cy="830997"/>
          </a:xfrm>
          <a:prstGeom prst="rect">
            <a:avLst/>
          </a:prstGeom>
          <a:noFill/>
        </p:spPr>
        <p:txBody>
          <a:bodyPr wrap="square" rtlCol="0">
            <a:spAutoFit/>
          </a:bodyPr>
          <a:lstStyle/>
          <a:p>
            <a:pPr marL="285750" indent="-285750">
              <a:spcAft>
                <a:spcPts val="100"/>
              </a:spcAft>
              <a:buFont typeface="Wingdings" pitchFamily="2" charset="2"/>
              <a:buChar char="Ø"/>
            </a:pPr>
            <a:r>
              <a:rPr lang="en-GB" sz="1200" dirty="0">
                <a:latin typeface="Arial" panose="020B0604020202020204" pitchFamily="34" charset="0"/>
                <a:cs typeface="Arial" panose="020B0604020202020204" pitchFamily="34" charset="0"/>
              </a:rPr>
              <a:t>We used </a:t>
            </a:r>
            <a:r>
              <a:rPr lang="en-GB" sz="1200" dirty="0" err="1">
                <a:latin typeface="Arial" panose="020B0604020202020204" pitchFamily="34" charset="0"/>
                <a:cs typeface="Arial" panose="020B0604020202020204" pitchFamily="34" charset="0"/>
              </a:rPr>
              <a:t>HPVsim</a:t>
            </a:r>
            <a:r>
              <a:rPr lang="en-GB" sz="1200" dirty="0">
                <a:latin typeface="Arial" panose="020B0604020202020204" pitchFamily="34" charset="0"/>
                <a:cs typeface="Arial" panose="020B0604020202020204" pitchFamily="34" charset="0"/>
              </a:rPr>
              <a:t>, an Agent Based Model (ABM) of HPV’s transmission and natural history to model the effect of 10 proposed screening algorithms under two vaccination scenarios (80% uptake, the NHS England target, and 60% uptake, the lowest uptake seen historically).</a:t>
            </a:r>
          </a:p>
        </p:txBody>
      </p:sp>
      <p:sp>
        <p:nvSpPr>
          <p:cNvPr id="69" name="TextBox 68">
            <a:extLst>
              <a:ext uri="{FF2B5EF4-FFF2-40B4-BE49-F238E27FC236}">
                <a16:creationId xmlns:a16="http://schemas.microsoft.com/office/drawing/2014/main" id="{EE4F4CF1-5A74-3B4C-8E40-139556CF46D6}"/>
              </a:ext>
            </a:extLst>
          </p:cNvPr>
          <p:cNvSpPr txBox="1"/>
          <p:nvPr/>
        </p:nvSpPr>
        <p:spPr>
          <a:xfrm>
            <a:off x="6365378" y="10934952"/>
            <a:ext cx="6014448" cy="3354765"/>
          </a:xfrm>
          <a:prstGeom prst="rect">
            <a:avLst/>
          </a:prstGeom>
          <a:noFill/>
        </p:spPr>
        <p:txBody>
          <a:bodyPr wrap="square" rtlCol="0">
            <a:spAutoFit/>
          </a:bodyPr>
          <a:lstStyle/>
          <a:p>
            <a:pPr marL="285750" indent="-285750">
              <a:spcAft>
                <a:spcPts val="800"/>
              </a:spcAft>
              <a:buFont typeface="Wingdings" pitchFamily="2" charset="2"/>
              <a:buChar char="Ø"/>
            </a:pPr>
            <a:r>
              <a:rPr lang="en-GB" sz="1200" dirty="0">
                <a:solidFill>
                  <a:schemeClr val="tx1"/>
                </a:solidFill>
              </a:rPr>
              <a:t>We show that more frequent screening interval (3 compared to 5 years i.e.</a:t>
            </a:r>
            <a:r>
              <a:rPr lang="en-GB" sz="1200" i="1" dirty="0">
                <a:solidFill>
                  <a:schemeClr val="tx1"/>
                </a:solidFill>
              </a:rPr>
              <a:t>“3:_” </a:t>
            </a:r>
            <a:r>
              <a:rPr lang="en-GB" sz="1200" dirty="0">
                <a:solidFill>
                  <a:schemeClr val="tx1"/>
                </a:solidFill>
              </a:rPr>
              <a:t>algorithms) for unvaccinated women improves population-level cervical cancer outcomes for both 80% and 60% vaccination scenarios and over the period 2026-2060.</a:t>
            </a:r>
          </a:p>
          <a:p>
            <a:pPr marL="285750" indent="-285750">
              <a:spcAft>
                <a:spcPts val="800"/>
              </a:spcAft>
              <a:buFont typeface="Wingdings" pitchFamily="2" charset="2"/>
              <a:buChar char="Ø"/>
            </a:pPr>
            <a:r>
              <a:rPr lang="en-GB" sz="1200" dirty="0">
                <a:solidFill>
                  <a:schemeClr val="tx1"/>
                </a:solidFill>
              </a:rPr>
              <a:t>Our results suggest that decreasing the screening interval from 5 to 10 for vaccinated women does not significantly affect population-level cervical cancer outcomes (for a ground truth difference in “</a:t>
            </a:r>
            <a:r>
              <a:rPr lang="en-GB" sz="1200" i="1" dirty="0">
                <a:solidFill>
                  <a:schemeClr val="tx1"/>
                </a:solidFill>
              </a:rPr>
              <a:t>mean cancers over 10 years” </a:t>
            </a:r>
            <a:r>
              <a:rPr lang="en-GB" sz="1200" dirty="0">
                <a:solidFill>
                  <a:schemeClr val="tx1"/>
                </a:solidFill>
              </a:rPr>
              <a:t>&gt;400, power &gt;0.95) . This is broadly consistent with existing studies in other population/focussing on fully-vaccinated subpopulations. </a:t>
            </a:r>
          </a:p>
          <a:p>
            <a:pPr marL="285750" indent="-285750">
              <a:spcAft>
                <a:spcPts val="800"/>
              </a:spcAft>
              <a:buFont typeface="Wingdings" pitchFamily="2" charset="2"/>
              <a:buChar char="Ø"/>
            </a:pPr>
            <a:r>
              <a:rPr lang="en-GB" sz="1200" dirty="0">
                <a:solidFill>
                  <a:schemeClr val="tx1"/>
                </a:solidFill>
              </a:rPr>
              <a:t>All algorithms which increase the screening rate for unvaccinated women from 5-yearly to 3-yearly yield a higher screening burden in the short term. Coupled with a decreased vaccinated screening rate, and with increased vaccination levels over time, by 2050 we see a reduced screening burden for some such algorithms (</a:t>
            </a:r>
            <a:r>
              <a:rPr lang="en-GB" sz="1200" i="1" dirty="0">
                <a:solidFill>
                  <a:schemeClr val="tx1"/>
                </a:solidFill>
              </a:rPr>
              <a:t>3:10</a:t>
            </a:r>
            <a:r>
              <a:rPr lang="en-GB" sz="1200" dirty="0">
                <a:solidFill>
                  <a:schemeClr val="tx1"/>
                </a:solidFill>
              </a:rPr>
              <a:t>).</a:t>
            </a:r>
          </a:p>
          <a:p>
            <a:pPr marL="285750" indent="-285750">
              <a:spcAft>
                <a:spcPts val="800"/>
              </a:spcAft>
              <a:buFont typeface="Wingdings" pitchFamily="2" charset="2"/>
              <a:buChar char="Ø"/>
            </a:pPr>
            <a:r>
              <a:rPr lang="en-GB" sz="1200" dirty="0">
                <a:solidFill>
                  <a:schemeClr val="tx1"/>
                </a:solidFill>
              </a:rPr>
              <a:t>The difference in outcomes between 60% and 80% vaccination levels are subtle but become increasingly prominent over time. </a:t>
            </a:r>
            <a:endParaRPr lang="en-GB" sz="1200" i="1" dirty="0">
              <a:solidFill>
                <a:schemeClr val="tx1"/>
              </a:solidFill>
            </a:endParaRPr>
          </a:p>
        </p:txBody>
      </p:sp>
      <p:pic>
        <p:nvPicPr>
          <p:cNvPr id="3" name="Picture 2">
            <a:extLst>
              <a:ext uri="{FF2B5EF4-FFF2-40B4-BE49-F238E27FC236}">
                <a16:creationId xmlns:a16="http://schemas.microsoft.com/office/drawing/2014/main" id="{0E8EA360-F0E9-1171-FC1D-BB8B09941979}"/>
              </a:ext>
            </a:extLst>
          </p:cNvPr>
          <p:cNvPicPr>
            <a:picLocks noChangeAspect="1"/>
          </p:cNvPicPr>
          <p:nvPr/>
        </p:nvPicPr>
        <p:blipFill>
          <a:blip r:embed="rId9"/>
          <a:stretch>
            <a:fillRect/>
          </a:stretch>
        </p:blipFill>
        <p:spPr>
          <a:xfrm>
            <a:off x="1257384" y="1304991"/>
            <a:ext cx="2060666" cy="691002"/>
          </a:xfrm>
          <a:prstGeom prst="rect">
            <a:avLst/>
          </a:prstGeom>
        </p:spPr>
      </p:pic>
      <p:pic>
        <p:nvPicPr>
          <p:cNvPr id="6" name="Picture 5">
            <a:extLst>
              <a:ext uri="{FF2B5EF4-FFF2-40B4-BE49-F238E27FC236}">
                <a16:creationId xmlns:a16="http://schemas.microsoft.com/office/drawing/2014/main" id="{66BB5E7D-01B8-C409-A2B2-846C337D5E71}"/>
              </a:ext>
            </a:extLst>
          </p:cNvPr>
          <p:cNvPicPr>
            <a:picLocks noChangeAspect="1"/>
          </p:cNvPicPr>
          <p:nvPr/>
        </p:nvPicPr>
        <p:blipFill>
          <a:blip r:embed="rId10"/>
          <a:stretch>
            <a:fillRect/>
          </a:stretch>
        </p:blipFill>
        <p:spPr>
          <a:xfrm>
            <a:off x="124728" y="10480305"/>
            <a:ext cx="6122035" cy="2433032"/>
          </a:xfrm>
          <a:prstGeom prst="rect">
            <a:avLst/>
          </a:prstGeom>
        </p:spPr>
      </p:pic>
      <p:sp>
        <p:nvSpPr>
          <p:cNvPr id="7" name="TextBox 6">
            <a:extLst>
              <a:ext uri="{FF2B5EF4-FFF2-40B4-BE49-F238E27FC236}">
                <a16:creationId xmlns:a16="http://schemas.microsoft.com/office/drawing/2014/main" id="{ABF1672C-1A4A-C7E0-911D-7AE286421055}"/>
              </a:ext>
            </a:extLst>
          </p:cNvPr>
          <p:cNvSpPr txBox="1"/>
          <p:nvPr/>
        </p:nvSpPr>
        <p:spPr>
          <a:xfrm>
            <a:off x="71704" y="13014963"/>
            <a:ext cx="6057197" cy="1410643"/>
          </a:xfrm>
          <a:prstGeom prst="rect">
            <a:avLst/>
          </a:prstGeom>
          <a:noFill/>
        </p:spPr>
        <p:txBody>
          <a:bodyPr wrap="square" rtlCol="0">
            <a:spAutoFit/>
          </a:bodyPr>
          <a:lstStyle/>
          <a:p>
            <a:pPr marL="285750" indent="-285750">
              <a:spcAft>
                <a:spcPts val="100"/>
              </a:spcAft>
              <a:buFont typeface="Wingdings" pitchFamily="2" charset="2"/>
              <a:buChar char="Ø"/>
            </a:pPr>
            <a:r>
              <a:rPr lang="en-GB" sz="1200" dirty="0">
                <a:latin typeface="Arial" panose="020B0604020202020204" pitchFamily="34" charset="0"/>
                <a:cs typeface="Arial" panose="020B0604020202020204" pitchFamily="34" charset="0"/>
              </a:rPr>
              <a:t>We calibrated and verified </a:t>
            </a:r>
            <a:r>
              <a:rPr lang="en-GB" sz="1200" dirty="0" err="1">
                <a:latin typeface="Arial" panose="020B0604020202020204" pitchFamily="34" charset="0"/>
                <a:cs typeface="Arial" panose="020B0604020202020204" pitchFamily="34" charset="0"/>
              </a:rPr>
              <a:t>HPVsim</a:t>
            </a:r>
            <a:r>
              <a:rPr lang="en-GB" sz="1200" dirty="0">
                <a:latin typeface="Arial" panose="020B0604020202020204" pitchFamily="34" charset="0"/>
                <a:cs typeface="Arial" panose="020B0604020202020204" pitchFamily="34" charset="0"/>
              </a:rPr>
              <a:t> on cervical cancer diagnoses in England, by age bracket, between 2012 and 2018, and the genotype distribution of positive cervical cancer cases in 2011. </a:t>
            </a:r>
          </a:p>
          <a:p>
            <a:pPr marL="285750" indent="-285750">
              <a:spcAft>
                <a:spcPts val="100"/>
              </a:spcAft>
              <a:buFont typeface="Wingdings" pitchFamily="2" charset="2"/>
              <a:buChar char="Ø"/>
            </a:pPr>
            <a:r>
              <a:rPr lang="en-GB" sz="1200" dirty="0">
                <a:latin typeface="Arial" panose="020B0604020202020204" pitchFamily="34" charset="0"/>
                <a:cs typeface="Arial" panose="020B0604020202020204" pitchFamily="34" charset="0"/>
              </a:rPr>
              <a:t>We tested our calibrated model on (unseen) cervical cancer diagnoses from 2019-2022, split by age bracket.</a:t>
            </a:r>
          </a:p>
          <a:p>
            <a:pPr marL="285750" indent="-285750">
              <a:spcAft>
                <a:spcPts val="100"/>
              </a:spcAft>
              <a:buFont typeface="Wingdings" pitchFamily="2" charset="2"/>
              <a:buChar char="Ø"/>
            </a:pPr>
            <a:r>
              <a:rPr lang="en-GB" sz="1200" dirty="0">
                <a:latin typeface="Arial" panose="020B0604020202020204" pitchFamily="34" charset="0"/>
                <a:cs typeface="Arial" panose="020B0604020202020204" pitchFamily="34" charset="0"/>
              </a:rPr>
              <a:t>Robustness of results to parameters: we performed two calibrations, and used the 10-best parameters from each calibration to generate our results.</a:t>
            </a:r>
          </a:p>
        </p:txBody>
      </p:sp>
      <p:sp>
        <p:nvSpPr>
          <p:cNvPr id="4" name="TextBox 3">
            <a:extLst>
              <a:ext uri="{FF2B5EF4-FFF2-40B4-BE49-F238E27FC236}">
                <a16:creationId xmlns:a16="http://schemas.microsoft.com/office/drawing/2014/main" id="{C02727DB-E2F7-C08F-E4FF-1D438D1AEE6A}"/>
              </a:ext>
            </a:extLst>
          </p:cNvPr>
          <p:cNvSpPr txBox="1"/>
          <p:nvPr/>
        </p:nvSpPr>
        <p:spPr>
          <a:xfrm>
            <a:off x="6383457" y="15056572"/>
            <a:ext cx="6009020" cy="2714589"/>
          </a:xfrm>
          <a:prstGeom prst="rect">
            <a:avLst/>
          </a:prstGeom>
          <a:noFill/>
        </p:spPr>
        <p:txBody>
          <a:bodyPr wrap="square">
            <a:spAutoFit/>
          </a:bodyPr>
          <a:lstStyle/>
          <a:p>
            <a:pPr marL="285750" indent="-285750">
              <a:spcBef>
                <a:spcPct val="40000"/>
              </a:spcBef>
              <a:buClr>
                <a:schemeClr val="tx1"/>
              </a:buClr>
              <a:buFont typeface="Wingdings" pitchFamily="2" charset="2"/>
              <a:buChar char="Ø"/>
            </a:pPr>
            <a:r>
              <a:rPr lang="en-GB" sz="1200" dirty="0">
                <a:latin typeface="Arial" panose="020B0604020202020204" pitchFamily="34" charset="0"/>
                <a:cs typeface="Arial" panose="020B0604020202020204" pitchFamily="34" charset="0"/>
              </a:rPr>
              <a:t>This is the first calibration and application of </a:t>
            </a:r>
            <a:r>
              <a:rPr lang="en-GB" sz="1200" dirty="0" err="1">
                <a:latin typeface="Arial" panose="020B0604020202020204" pitchFamily="34" charset="0"/>
                <a:cs typeface="Arial" panose="020B0604020202020204" pitchFamily="34" charset="0"/>
              </a:rPr>
              <a:t>HPVsim</a:t>
            </a:r>
            <a:r>
              <a:rPr lang="en-GB" sz="1200" dirty="0">
                <a:latin typeface="Arial" panose="020B0604020202020204" pitchFamily="34" charset="0"/>
                <a:cs typeface="Arial" panose="020B0604020202020204" pitchFamily="34" charset="0"/>
              </a:rPr>
              <a:t> in a High Income Country (HIC), and the first usage of </a:t>
            </a:r>
            <a:r>
              <a:rPr lang="en-GB" sz="1200" dirty="0" err="1">
                <a:latin typeface="Arial" panose="020B0604020202020204" pitchFamily="34" charset="0"/>
                <a:cs typeface="Arial" panose="020B0604020202020204" pitchFamily="34" charset="0"/>
              </a:rPr>
              <a:t>HPVsim</a:t>
            </a:r>
            <a:r>
              <a:rPr lang="en-GB" sz="1200" dirty="0">
                <a:latin typeface="Arial" panose="020B0604020202020204" pitchFamily="34" charset="0"/>
                <a:cs typeface="Arial" panose="020B0604020202020204" pitchFamily="34" charset="0"/>
              </a:rPr>
              <a:t> including detailed historic vaccination and screening interventions. </a:t>
            </a:r>
          </a:p>
          <a:p>
            <a:pPr marL="285750" indent="-285750">
              <a:spcBef>
                <a:spcPct val="40000"/>
              </a:spcBef>
              <a:buClr>
                <a:schemeClr val="tx1"/>
              </a:buClr>
              <a:buFont typeface="Wingdings" pitchFamily="2" charset="2"/>
              <a:buChar char="Ø"/>
            </a:pPr>
            <a:r>
              <a:rPr lang="en-GB" sz="1200" dirty="0">
                <a:latin typeface="Arial" panose="020B0604020202020204" pitchFamily="34" charset="0"/>
                <a:cs typeface="Arial" panose="020B0604020202020204" pitchFamily="34" charset="0"/>
              </a:rPr>
              <a:t>Our findings highlight a notable decline in cervical cancers with more frequent screening of unvaccinated women, with screening every 3 years significantly reducing future cervical cancers diagnoses. </a:t>
            </a:r>
          </a:p>
          <a:p>
            <a:pPr marL="285750" indent="-285750">
              <a:spcBef>
                <a:spcPct val="40000"/>
              </a:spcBef>
              <a:buClr>
                <a:schemeClr val="tx1"/>
              </a:buClr>
              <a:buFont typeface="Wingdings" pitchFamily="2" charset="2"/>
              <a:buChar char="Ø"/>
            </a:pPr>
            <a:r>
              <a:rPr lang="en-GB" sz="1200" dirty="0">
                <a:latin typeface="Arial" panose="020B0604020202020204" pitchFamily="34" charset="0"/>
                <a:cs typeface="Arial" panose="020B0604020202020204" pitchFamily="34" charset="0"/>
              </a:rPr>
              <a:t>The change in the frequency of screening for vaccinated women has very little effect on cervical cancer future outcomes, but screening vaccinated women every 5 or 10 years ensures robustness to uncertain future vaccination levels. </a:t>
            </a:r>
          </a:p>
          <a:p>
            <a:pPr marL="285750" indent="-285750">
              <a:spcBef>
                <a:spcPct val="40000"/>
              </a:spcBef>
              <a:buClr>
                <a:schemeClr val="tx1"/>
              </a:buClr>
              <a:buFont typeface="Wingdings" pitchFamily="2" charset="2"/>
              <a:buChar char="Ø"/>
            </a:pPr>
            <a:r>
              <a:rPr lang="en-GB" sz="1200" dirty="0">
                <a:latin typeface="Arial" panose="020B0604020202020204" pitchFamily="34" charset="0"/>
                <a:cs typeface="Arial" panose="020B0604020202020204" pitchFamily="34" charset="0"/>
              </a:rPr>
              <a:t>Our findings highlight that adopting a cervical screening strategy which is personalised to vaccination status is beneficial for reducing the future cervical cancer burden, especially in countries like the UK were vaccinated cohorts are increasingly coming to a screening age. </a:t>
            </a:r>
          </a:p>
        </p:txBody>
      </p:sp>
      <p:pic>
        <p:nvPicPr>
          <p:cNvPr id="17" name="Picture 16">
            <a:extLst>
              <a:ext uri="{FF2B5EF4-FFF2-40B4-BE49-F238E27FC236}">
                <a16:creationId xmlns:a16="http://schemas.microsoft.com/office/drawing/2014/main" id="{8358DAAB-89D5-E319-B552-43F7AC92AC87}"/>
              </a:ext>
            </a:extLst>
          </p:cNvPr>
          <p:cNvPicPr>
            <a:picLocks noChangeAspect="1"/>
          </p:cNvPicPr>
          <p:nvPr/>
        </p:nvPicPr>
        <p:blipFill>
          <a:blip r:embed="rId11"/>
          <a:stretch>
            <a:fillRect/>
          </a:stretch>
        </p:blipFill>
        <p:spPr>
          <a:xfrm>
            <a:off x="6699795" y="3845809"/>
            <a:ext cx="3545598" cy="2792705"/>
          </a:xfrm>
          <a:prstGeom prst="rect">
            <a:avLst/>
          </a:prstGeom>
          <a:ln>
            <a:solidFill>
              <a:schemeClr val="tx1"/>
            </a:solidFill>
          </a:ln>
        </p:spPr>
      </p:pic>
      <p:pic>
        <p:nvPicPr>
          <p:cNvPr id="18" name="Picture 17">
            <a:extLst>
              <a:ext uri="{FF2B5EF4-FFF2-40B4-BE49-F238E27FC236}">
                <a16:creationId xmlns:a16="http://schemas.microsoft.com/office/drawing/2014/main" id="{EC36D198-7262-EB80-2031-F6457E9CA641}"/>
              </a:ext>
            </a:extLst>
          </p:cNvPr>
          <p:cNvPicPr>
            <a:picLocks noChangeAspect="1"/>
          </p:cNvPicPr>
          <p:nvPr/>
        </p:nvPicPr>
        <p:blipFill>
          <a:blip r:embed="rId12"/>
          <a:stretch>
            <a:fillRect/>
          </a:stretch>
        </p:blipFill>
        <p:spPr>
          <a:xfrm>
            <a:off x="10579624" y="3819734"/>
            <a:ext cx="1879897" cy="2807369"/>
          </a:xfrm>
          <a:prstGeom prst="rect">
            <a:avLst/>
          </a:prstGeom>
          <a:ln>
            <a:solidFill>
              <a:schemeClr val="tx1"/>
            </a:solidFill>
          </a:ln>
        </p:spPr>
      </p:pic>
      <p:pic>
        <p:nvPicPr>
          <p:cNvPr id="19" name="Picture 18">
            <a:extLst>
              <a:ext uri="{FF2B5EF4-FFF2-40B4-BE49-F238E27FC236}">
                <a16:creationId xmlns:a16="http://schemas.microsoft.com/office/drawing/2014/main" id="{C9839E09-F02C-CA84-C1AC-69C75926E4FF}"/>
              </a:ext>
            </a:extLst>
          </p:cNvPr>
          <p:cNvPicPr>
            <a:picLocks noChangeAspect="1"/>
          </p:cNvPicPr>
          <p:nvPr/>
        </p:nvPicPr>
        <p:blipFill>
          <a:blip r:embed="rId13"/>
          <a:srcRect b="18986"/>
          <a:stretch>
            <a:fillRect/>
          </a:stretch>
        </p:blipFill>
        <p:spPr>
          <a:xfrm>
            <a:off x="6618000" y="6792598"/>
            <a:ext cx="5841521" cy="3659433"/>
          </a:xfrm>
          <a:prstGeom prst="rect">
            <a:avLst/>
          </a:prstGeom>
          <a:ln>
            <a:noFill/>
          </a:ln>
        </p:spPr>
      </p:pic>
      <p:sp>
        <p:nvSpPr>
          <p:cNvPr id="22" name="Rectangle 21">
            <a:extLst>
              <a:ext uri="{FF2B5EF4-FFF2-40B4-BE49-F238E27FC236}">
                <a16:creationId xmlns:a16="http://schemas.microsoft.com/office/drawing/2014/main" id="{2D49BD60-23AC-B4A5-4870-B00ADF37BDFD}"/>
              </a:ext>
            </a:extLst>
          </p:cNvPr>
          <p:cNvSpPr/>
          <p:nvPr/>
        </p:nvSpPr>
        <p:spPr>
          <a:xfrm>
            <a:off x="6699795" y="6735649"/>
            <a:ext cx="5759726" cy="4140904"/>
          </a:xfrm>
          <a:prstGeom prst="rect">
            <a:avLst/>
          </a:prstGeom>
          <a:no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AEAF7B70-ADB8-5FF0-4262-07B0556B521A}"/>
              </a:ext>
            </a:extLst>
          </p:cNvPr>
          <p:cNvPicPr>
            <a:picLocks noChangeAspect="1"/>
          </p:cNvPicPr>
          <p:nvPr/>
        </p:nvPicPr>
        <p:blipFill>
          <a:blip r:embed="rId14"/>
          <a:stretch>
            <a:fillRect/>
          </a:stretch>
        </p:blipFill>
        <p:spPr>
          <a:xfrm>
            <a:off x="6850251" y="10332283"/>
            <a:ext cx="5405923" cy="528772"/>
          </a:xfrm>
          <a:prstGeom prst="rect">
            <a:avLst/>
          </a:prstGeom>
        </p:spPr>
      </p:pic>
    </p:spTree>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3130</TotalTime>
  <Words>823</Words>
  <Application>Microsoft Macintosh PowerPoint</Application>
  <PresentationFormat>Custom</PresentationFormat>
  <Paragraphs>29</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Helvetica Neue</vt:lpstr>
      <vt:lpstr>Helvetica Neue Light</vt:lpstr>
      <vt:lpstr>Wingdings</vt:lpstr>
      <vt:lpstr>Arial</vt:lpstr>
      <vt:lpstr>White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Fabian Sturman</cp:lastModifiedBy>
  <cp:revision>49</cp:revision>
  <dcterms:modified xsi:type="dcterms:W3CDTF">2025-10-31T13:15:36Z</dcterms:modified>
</cp:coreProperties>
</file>